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ns Bold" charset="1" panose="00000000000000000000"/>
      <p:regular r:id="rId16"/>
    </p:embeddedFont>
    <p:embeddedFont>
      <p:font typeface="Open Sans" charset="1" panose="00000000000000000000"/>
      <p:regular r:id="rId17"/>
    </p:embeddedFont>
    <p:embeddedFont>
      <p:font typeface="Pattanakarn"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jpeg" Type="http://schemas.openxmlformats.org/officeDocument/2006/relationships/image"/><Relationship Id="rId7" Target="../media/image13.jpe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 Id="rId8" Target="../media/image16.jpeg" Type="http://schemas.openxmlformats.org/officeDocument/2006/relationships/image"/><Relationship Id="rId9"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3.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
            <a:chOff x="0" y="0"/>
            <a:chExt cx="4816593" cy="270933"/>
          </a:xfrm>
        </p:grpSpPr>
        <p:sp>
          <p:nvSpPr>
            <p:cNvPr name="Freeform 5" id="5"/>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6" id="6"/>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93116" y="453800"/>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7293116" y="545903"/>
            <a:ext cx="397367" cy="28996"/>
            <a:chOff x="0" y="0"/>
            <a:chExt cx="128243" cy="9358"/>
          </a:xfrm>
        </p:grpSpPr>
        <p:sp>
          <p:nvSpPr>
            <p:cNvPr name="Freeform 11" id="11"/>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2" id="12"/>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259300" y="9258300"/>
            <a:ext cx="554015" cy="554015"/>
            <a:chOff x="0" y="0"/>
            <a:chExt cx="145913" cy="145913"/>
          </a:xfrm>
        </p:grpSpPr>
        <p:sp>
          <p:nvSpPr>
            <p:cNvPr name="Freeform 15" id="15"/>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6" id="16"/>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Freeform 18" id="18"/>
          <p:cNvSpPr/>
          <p:nvPr/>
        </p:nvSpPr>
        <p:spPr>
          <a:xfrm flipH="false" flipV="false" rot="0">
            <a:off x="7681523" y="2708161"/>
            <a:ext cx="8020579" cy="4870679"/>
          </a:xfrm>
          <a:custGeom>
            <a:avLst/>
            <a:gdLst/>
            <a:ahLst/>
            <a:cxnLst/>
            <a:rect r="r" b="b" t="t" l="l"/>
            <a:pathLst>
              <a:path h="4870679" w="8020579">
                <a:moveTo>
                  <a:pt x="0" y="0"/>
                </a:moveTo>
                <a:lnTo>
                  <a:pt x="8020579" y="0"/>
                </a:lnTo>
                <a:lnTo>
                  <a:pt x="8020579" y="4870678"/>
                </a:lnTo>
                <a:lnTo>
                  <a:pt x="0" y="48706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20" id="20"/>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2" id="22"/>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3" id="23"/>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01</a:t>
            </a:r>
          </a:p>
        </p:txBody>
      </p:sp>
      <p:sp>
        <p:nvSpPr>
          <p:cNvPr name="Freeform 25" id="25"/>
          <p:cNvSpPr/>
          <p:nvPr/>
        </p:nvSpPr>
        <p:spPr>
          <a:xfrm flipH="false" flipV="false" rot="0">
            <a:off x="11324704" y="4596486"/>
            <a:ext cx="4911060" cy="2982353"/>
          </a:xfrm>
          <a:custGeom>
            <a:avLst/>
            <a:gdLst/>
            <a:ahLst/>
            <a:cxnLst/>
            <a:rect r="r" b="b" t="t" l="l"/>
            <a:pathLst>
              <a:path h="2982353" w="4911060">
                <a:moveTo>
                  <a:pt x="0" y="0"/>
                </a:moveTo>
                <a:lnTo>
                  <a:pt x="4911061" y="0"/>
                </a:lnTo>
                <a:lnTo>
                  <a:pt x="4911061" y="2982353"/>
                </a:lnTo>
                <a:lnTo>
                  <a:pt x="0" y="29823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2147485" y="5454026"/>
            <a:ext cx="13364117" cy="2016025"/>
          </a:xfrm>
          <a:prstGeom prst="rect">
            <a:avLst/>
          </a:prstGeom>
        </p:spPr>
        <p:txBody>
          <a:bodyPr anchor="t" rtlCol="false" tIns="0" lIns="0" bIns="0" rIns="0">
            <a:spAutoFit/>
          </a:bodyPr>
          <a:lstStyle/>
          <a:p>
            <a:pPr algn="l">
              <a:lnSpc>
                <a:spcPts val="16455"/>
              </a:lnSpc>
              <a:spcBef>
                <a:spcPct val="0"/>
              </a:spcBef>
            </a:pPr>
            <a:r>
              <a:rPr lang="en-US" sz="11753">
                <a:solidFill>
                  <a:srgbClr val="FFFFFF"/>
                </a:solidFill>
                <a:latin typeface="Pattanakarn"/>
                <a:ea typeface="Pattanakarn"/>
                <a:cs typeface="Pattanakarn"/>
                <a:sym typeface="Pattanakarn"/>
              </a:rPr>
              <a:t>TECHNOLOGY</a:t>
            </a:r>
          </a:p>
        </p:txBody>
      </p:sp>
      <p:sp>
        <p:nvSpPr>
          <p:cNvPr name="AutoShape 27" id="27"/>
          <p:cNvSpPr/>
          <p:nvPr/>
        </p:nvSpPr>
        <p:spPr>
          <a:xfrm>
            <a:off x="2147485" y="5029200"/>
            <a:ext cx="4138674" cy="0"/>
          </a:xfrm>
          <a:prstGeom prst="line">
            <a:avLst/>
          </a:prstGeom>
          <a:ln cap="flat" w="19050">
            <a:solidFill>
              <a:srgbClr val="96FF00"/>
            </a:solidFill>
            <a:prstDash val="solid"/>
            <a:headEnd type="none" len="sm" w="sm"/>
            <a:tailEnd type="none" len="sm" w="sm"/>
          </a:ln>
        </p:spPr>
      </p:sp>
      <p:sp>
        <p:nvSpPr>
          <p:cNvPr name="TextBox 28" id="28"/>
          <p:cNvSpPr txBox="true"/>
          <p:nvPr/>
        </p:nvSpPr>
        <p:spPr>
          <a:xfrm rot="0">
            <a:off x="2147485" y="7637273"/>
            <a:ext cx="7968698" cy="264086"/>
          </a:xfrm>
          <a:prstGeom prst="rect">
            <a:avLst/>
          </a:prstGeom>
        </p:spPr>
        <p:txBody>
          <a:bodyPr anchor="t" rtlCol="false" tIns="0" lIns="0" bIns="0" rIns="0">
            <a:spAutoFit/>
          </a:bodyPr>
          <a:lstStyle/>
          <a:p>
            <a:pPr algn="l">
              <a:lnSpc>
                <a:spcPts val="2239"/>
              </a:lnSpc>
              <a:spcBef>
                <a:spcPct val="0"/>
              </a:spcBef>
            </a:pPr>
            <a:r>
              <a:rPr lang="en-US" sz="1599" spc="1279">
                <a:solidFill>
                  <a:srgbClr val="96FF00"/>
                </a:solidFill>
                <a:latin typeface="Open Sans"/>
                <a:ea typeface="Open Sans"/>
                <a:cs typeface="Open Sans"/>
                <a:sym typeface="Open Sans"/>
              </a:rPr>
              <a:t>WWW.REALLYGREATSITE.COM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
            <a:chOff x="0" y="0"/>
            <a:chExt cx="4816593" cy="270933"/>
          </a:xfrm>
        </p:grpSpPr>
        <p:sp>
          <p:nvSpPr>
            <p:cNvPr name="Freeform 5" id="5"/>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6" id="6"/>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93116" y="453800"/>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7293116" y="545903"/>
            <a:ext cx="397367" cy="28996"/>
            <a:chOff x="0" y="0"/>
            <a:chExt cx="128243" cy="9358"/>
          </a:xfrm>
        </p:grpSpPr>
        <p:sp>
          <p:nvSpPr>
            <p:cNvPr name="Freeform 11" id="11"/>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2" id="12"/>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259300" y="9258300"/>
            <a:ext cx="554015" cy="554015"/>
            <a:chOff x="0" y="0"/>
            <a:chExt cx="145913" cy="145913"/>
          </a:xfrm>
        </p:grpSpPr>
        <p:sp>
          <p:nvSpPr>
            <p:cNvPr name="Freeform 15" id="15"/>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6" id="16"/>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7794265" y="8343320"/>
            <a:ext cx="0" cy="766409"/>
          </a:xfrm>
          <a:prstGeom prst="line">
            <a:avLst/>
          </a:prstGeom>
          <a:ln cap="flat" w="19050">
            <a:solidFill>
              <a:srgbClr val="FFFFFF"/>
            </a:solidFill>
            <a:prstDash val="solid"/>
            <a:headEnd type="none" len="sm" w="sm"/>
            <a:tailEnd type="none" len="sm" w="sm"/>
          </a:ln>
        </p:spPr>
      </p:sp>
      <p:grpSp>
        <p:nvGrpSpPr>
          <p:cNvPr name="Group 18" id="18"/>
          <p:cNvGrpSpPr/>
          <p:nvPr/>
        </p:nvGrpSpPr>
        <p:grpSpPr>
          <a:xfrm rot="0">
            <a:off x="796748" y="1028700"/>
            <a:ext cx="6233058" cy="9258300"/>
            <a:chOff x="0" y="0"/>
            <a:chExt cx="4275074" cy="6350000"/>
          </a:xfrm>
        </p:grpSpPr>
        <p:sp>
          <p:nvSpPr>
            <p:cNvPr name="Freeform 19" id="19"/>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blipFill>
              <a:blip r:embed="rId6"/>
              <a:stretch>
                <a:fillRect l="0" t="-14959" r="-37236" b="-8026"/>
              </a:stretch>
            </a:blipFill>
          </p:spPr>
        </p:sp>
      </p:grpSp>
      <p:grpSp>
        <p:nvGrpSpPr>
          <p:cNvPr name="Group 20" id="20"/>
          <p:cNvGrpSpPr/>
          <p:nvPr/>
        </p:nvGrpSpPr>
        <p:grpSpPr>
          <a:xfrm rot="0">
            <a:off x="5000240" y="3815436"/>
            <a:ext cx="4356916" cy="6471564"/>
            <a:chOff x="0" y="0"/>
            <a:chExt cx="4275074" cy="6350000"/>
          </a:xfrm>
        </p:grpSpPr>
        <p:sp>
          <p:nvSpPr>
            <p:cNvPr name="Freeform 21" id="21"/>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blipFill>
              <a:blip r:embed="rId6"/>
              <a:stretch>
                <a:fillRect l="-96708" t="-65230" r="0" b="-11051"/>
              </a:stretch>
            </a:blipFill>
          </p:spPr>
        </p:sp>
      </p:grpSp>
      <p:grpSp>
        <p:nvGrpSpPr>
          <p:cNvPr name="Group 22" id="22"/>
          <p:cNvGrpSpPr/>
          <p:nvPr/>
        </p:nvGrpSpPr>
        <p:grpSpPr>
          <a:xfrm rot="0">
            <a:off x="1671214" y="1028700"/>
            <a:ext cx="1359491" cy="2019325"/>
            <a:chOff x="0" y="0"/>
            <a:chExt cx="4275074" cy="6350000"/>
          </a:xfrm>
        </p:grpSpPr>
        <p:sp>
          <p:nvSpPr>
            <p:cNvPr name="Freeform 23" id="23"/>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solidFill>
              <a:srgbClr val="96FF00"/>
            </a:solidFill>
            <a:ln w="12700">
              <a:solidFill>
                <a:srgbClr val="000000"/>
              </a:solidFill>
            </a:ln>
          </p:spPr>
        </p:sp>
      </p:grpSp>
      <p:sp>
        <p:nvSpPr>
          <p:cNvPr name="TextBox 24" id="24"/>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25" id="25"/>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6" id="26"/>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7" id="27"/>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8" id="28"/>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9" id="29"/>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02</a:t>
            </a:r>
          </a:p>
        </p:txBody>
      </p:sp>
      <p:sp>
        <p:nvSpPr>
          <p:cNvPr name="Freeform 30" id="30"/>
          <p:cNvSpPr/>
          <p:nvPr/>
        </p:nvSpPr>
        <p:spPr>
          <a:xfrm flipH="false" flipV="false" rot="0">
            <a:off x="10798814" y="2605142"/>
            <a:ext cx="1033111" cy="627380"/>
          </a:xfrm>
          <a:custGeom>
            <a:avLst/>
            <a:gdLst/>
            <a:ahLst/>
            <a:cxnLst/>
            <a:rect r="r" b="b" t="t" l="l"/>
            <a:pathLst>
              <a:path h="627380" w="1033111">
                <a:moveTo>
                  <a:pt x="0" y="0"/>
                </a:moveTo>
                <a:lnTo>
                  <a:pt x="1033112" y="0"/>
                </a:lnTo>
                <a:lnTo>
                  <a:pt x="1033112" y="627380"/>
                </a:lnTo>
                <a:lnTo>
                  <a:pt x="0" y="6273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1" id="31"/>
          <p:cNvSpPr txBox="true"/>
          <p:nvPr/>
        </p:nvSpPr>
        <p:spPr>
          <a:xfrm rot="0">
            <a:off x="11129974" y="2808696"/>
            <a:ext cx="3925705" cy="761926"/>
          </a:xfrm>
          <a:prstGeom prst="rect">
            <a:avLst/>
          </a:prstGeom>
        </p:spPr>
        <p:txBody>
          <a:bodyPr anchor="t" rtlCol="false" tIns="0" lIns="0" bIns="0" rIns="0">
            <a:spAutoFit/>
          </a:bodyPr>
          <a:lstStyle/>
          <a:p>
            <a:pPr algn="l">
              <a:lnSpc>
                <a:spcPts val="6299"/>
              </a:lnSpc>
              <a:spcBef>
                <a:spcPct val="0"/>
              </a:spcBef>
            </a:pPr>
            <a:r>
              <a:rPr lang="en-US" sz="4499">
                <a:solidFill>
                  <a:srgbClr val="FFFFFF"/>
                </a:solidFill>
                <a:latin typeface="Pattanakarn"/>
                <a:ea typeface="Pattanakarn"/>
                <a:cs typeface="Pattanakarn"/>
                <a:sym typeface="Pattanakarn"/>
              </a:rPr>
              <a:t>ABOUT US</a:t>
            </a:r>
          </a:p>
        </p:txBody>
      </p:sp>
      <p:sp>
        <p:nvSpPr>
          <p:cNvPr name="TextBox 32" id="32"/>
          <p:cNvSpPr txBox="true"/>
          <p:nvPr/>
        </p:nvSpPr>
        <p:spPr>
          <a:xfrm rot="0">
            <a:off x="11129974" y="4258683"/>
            <a:ext cx="5046031"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a:t>
            </a:r>
          </a:p>
        </p:txBody>
      </p:sp>
      <p:grpSp>
        <p:nvGrpSpPr>
          <p:cNvPr name="Group 33" id="33"/>
          <p:cNvGrpSpPr/>
          <p:nvPr/>
        </p:nvGrpSpPr>
        <p:grpSpPr>
          <a:xfrm rot="0">
            <a:off x="11129974" y="7369310"/>
            <a:ext cx="1649780" cy="579249"/>
            <a:chOff x="0" y="0"/>
            <a:chExt cx="1812041" cy="636220"/>
          </a:xfrm>
        </p:grpSpPr>
        <p:sp>
          <p:nvSpPr>
            <p:cNvPr name="Freeform 34" id="34"/>
            <p:cNvSpPr/>
            <p:nvPr/>
          </p:nvSpPr>
          <p:spPr>
            <a:xfrm flipH="false" flipV="false" rot="0">
              <a:off x="0" y="0"/>
              <a:ext cx="1812041" cy="636220"/>
            </a:xfrm>
            <a:custGeom>
              <a:avLst/>
              <a:gdLst/>
              <a:ahLst/>
              <a:cxnLst/>
              <a:rect r="r" b="b" t="t" l="l"/>
              <a:pathLst>
                <a:path h="636220" w="1812041">
                  <a:moveTo>
                    <a:pt x="0" y="0"/>
                  </a:moveTo>
                  <a:lnTo>
                    <a:pt x="1812041" y="0"/>
                  </a:lnTo>
                  <a:lnTo>
                    <a:pt x="1812041" y="636220"/>
                  </a:lnTo>
                  <a:lnTo>
                    <a:pt x="0" y="636220"/>
                  </a:lnTo>
                  <a:close/>
                </a:path>
              </a:pathLst>
            </a:custGeom>
            <a:solidFill>
              <a:srgbClr val="96FF00"/>
            </a:solidFill>
          </p:spPr>
        </p:sp>
        <p:sp>
          <p:nvSpPr>
            <p:cNvPr name="TextBox 35" id="35"/>
            <p:cNvSpPr txBox="true"/>
            <p:nvPr/>
          </p:nvSpPr>
          <p:spPr>
            <a:xfrm>
              <a:off x="0" y="-38100"/>
              <a:ext cx="1812041" cy="674320"/>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1129974" y="7525851"/>
            <a:ext cx="1649780" cy="240543"/>
          </a:xfrm>
          <a:prstGeom prst="rect">
            <a:avLst/>
          </a:prstGeom>
        </p:spPr>
        <p:txBody>
          <a:bodyPr anchor="t" rtlCol="false" tIns="0" lIns="0" bIns="0" rIns="0">
            <a:spAutoFit/>
          </a:bodyPr>
          <a:lstStyle/>
          <a:p>
            <a:pPr algn="ctr">
              <a:lnSpc>
                <a:spcPts val="1962"/>
              </a:lnSpc>
              <a:spcBef>
                <a:spcPct val="0"/>
              </a:spcBef>
            </a:pPr>
            <a:r>
              <a:rPr lang="en-US" b="true" sz="1401">
                <a:solidFill>
                  <a:srgbClr val="060816"/>
                </a:solidFill>
                <a:latin typeface="Open Sans Bold"/>
                <a:ea typeface="Open Sans Bold"/>
                <a:cs typeface="Open Sans Bold"/>
                <a:sym typeface="Open Sans Bold"/>
              </a:rPr>
              <a:t>Learn More</a:t>
            </a:r>
          </a:p>
        </p:txBody>
      </p:sp>
      <p:sp>
        <p:nvSpPr>
          <p:cNvPr name="TextBox 37" id="37"/>
          <p:cNvSpPr txBox="true"/>
          <p:nvPr/>
        </p:nvSpPr>
        <p:spPr>
          <a:xfrm rot="0">
            <a:off x="11129974" y="6152461"/>
            <a:ext cx="5046031" cy="616773"/>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
            <a:chOff x="0" y="0"/>
            <a:chExt cx="4816593" cy="270933"/>
          </a:xfrm>
        </p:grpSpPr>
        <p:sp>
          <p:nvSpPr>
            <p:cNvPr name="Freeform 5" id="5"/>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6" id="6"/>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93116" y="453800"/>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7293116" y="545903"/>
            <a:ext cx="397367" cy="28996"/>
            <a:chOff x="0" y="0"/>
            <a:chExt cx="128243" cy="9358"/>
          </a:xfrm>
        </p:grpSpPr>
        <p:sp>
          <p:nvSpPr>
            <p:cNvPr name="Freeform 11" id="11"/>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2" id="12"/>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259300" y="9258300"/>
            <a:ext cx="554015" cy="554015"/>
            <a:chOff x="0" y="0"/>
            <a:chExt cx="145913" cy="145913"/>
          </a:xfrm>
        </p:grpSpPr>
        <p:sp>
          <p:nvSpPr>
            <p:cNvPr name="Freeform 15" id="15"/>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6" id="16"/>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8" id="18"/>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9" id="19"/>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0" id="20"/>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1" id="21"/>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2" id="22"/>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3" id="23"/>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03</a:t>
            </a:r>
          </a:p>
        </p:txBody>
      </p:sp>
      <p:grpSp>
        <p:nvGrpSpPr>
          <p:cNvPr name="Group 24" id="24"/>
          <p:cNvGrpSpPr/>
          <p:nvPr/>
        </p:nvGrpSpPr>
        <p:grpSpPr>
          <a:xfrm rot="0">
            <a:off x="6351056" y="7329117"/>
            <a:ext cx="6509860" cy="2228976"/>
            <a:chOff x="0" y="0"/>
            <a:chExt cx="6350000" cy="2174240"/>
          </a:xfrm>
        </p:grpSpPr>
        <p:sp>
          <p:nvSpPr>
            <p:cNvPr name="Freeform 25" id="25"/>
            <p:cNvSpPr/>
            <p:nvPr/>
          </p:nvSpPr>
          <p:spPr>
            <a:xfrm flipH="false" flipV="false" rot="0">
              <a:off x="0" y="0"/>
              <a:ext cx="6350000" cy="2174240"/>
            </a:xfrm>
            <a:custGeom>
              <a:avLst/>
              <a:gdLst/>
              <a:ahLst/>
              <a:cxnLst/>
              <a:rect r="r" b="b" t="t" l="l"/>
              <a:pathLst>
                <a:path h="2174240" w="6350000">
                  <a:moveTo>
                    <a:pt x="6350000" y="0"/>
                  </a:moveTo>
                  <a:lnTo>
                    <a:pt x="6350000" y="2174240"/>
                  </a:lnTo>
                  <a:lnTo>
                    <a:pt x="647700" y="2174240"/>
                  </a:lnTo>
                  <a:lnTo>
                    <a:pt x="0" y="0"/>
                  </a:lnTo>
                  <a:close/>
                </a:path>
              </a:pathLst>
            </a:custGeom>
            <a:solidFill>
              <a:srgbClr val="96FF00"/>
            </a:solidFill>
            <a:ln w="12700">
              <a:solidFill>
                <a:srgbClr val="000000"/>
              </a:solidFill>
            </a:ln>
          </p:spPr>
        </p:sp>
      </p:grpSp>
      <p:grpSp>
        <p:nvGrpSpPr>
          <p:cNvPr name="Group 26" id="26"/>
          <p:cNvGrpSpPr/>
          <p:nvPr/>
        </p:nvGrpSpPr>
        <p:grpSpPr>
          <a:xfrm rot="0">
            <a:off x="6178201" y="5443293"/>
            <a:ext cx="11098516" cy="3800132"/>
            <a:chOff x="0" y="0"/>
            <a:chExt cx="6350000" cy="2174240"/>
          </a:xfrm>
        </p:grpSpPr>
        <p:sp>
          <p:nvSpPr>
            <p:cNvPr name="Freeform 27" id="27"/>
            <p:cNvSpPr/>
            <p:nvPr/>
          </p:nvSpPr>
          <p:spPr>
            <a:xfrm flipH="false" flipV="false" rot="0">
              <a:off x="0" y="0"/>
              <a:ext cx="6350000" cy="2174240"/>
            </a:xfrm>
            <a:custGeom>
              <a:avLst/>
              <a:gdLst/>
              <a:ahLst/>
              <a:cxnLst/>
              <a:rect r="r" b="b" t="t" l="l"/>
              <a:pathLst>
                <a:path h="2174240" w="6350000">
                  <a:moveTo>
                    <a:pt x="6350000" y="0"/>
                  </a:moveTo>
                  <a:lnTo>
                    <a:pt x="6350000" y="2174240"/>
                  </a:lnTo>
                  <a:lnTo>
                    <a:pt x="647700" y="2174240"/>
                  </a:lnTo>
                  <a:lnTo>
                    <a:pt x="0" y="0"/>
                  </a:lnTo>
                  <a:close/>
                </a:path>
              </a:pathLst>
            </a:custGeom>
            <a:blipFill>
              <a:blip r:embed="rId6"/>
              <a:stretch>
                <a:fillRect l="0" t="-47291" r="0" b="-47291"/>
              </a:stretch>
            </a:blipFill>
          </p:spPr>
        </p:sp>
      </p:grpSp>
      <p:sp>
        <p:nvSpPr>
          <p:cNvPr name="Freeform 28" id="28"/>
          <p:cNvSpPr/>
          <p:nvPr/>
        </p:nvSpPr>
        <p:spPr>
          <a:xfrm flipH="false" flipV="false" rot="0">
            <a:off x="1803843" y="2211046"/>
            <a:ext cx="1033111" cy="627380"/>
          </a:xfrm>
          <a:custGeom>
            <a:avLst/>
            <a:gdLst/>
            <a:ahLst/>
            <a:cxnLst/>
            <a:rect r="r" b="b" t="t" l="l"/>
            <a:pathLst>
              <a:path h="627380" w="1033111">
                <a:moveTo>
                  <a:pt x="0" y="0"/>
                </a:moveTo>
                <a:lnTo>
                  <a:pt x="1033112" y="0"/>
                </a:lnTo>
                <a:lnTo>
                  <a:pt x="1033112" y="627381"/>
                </a:lnTo>
                <a:lnTo>
                  <a:pt x="0" y="6273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9" id="29"/>
          <p:cNvSpPr txBox="true"/>
          <p:nvPr/>
        </p:nvSpPr>
        <p:spPr>
          <a:xfrm rot="0">
            <a:off x="2135003" y="2414601"/>
            <a:ext cx="3925705" cy="1552426"/>
          </a:xfrm>
          <a:prstGeom prst="rect">
            <a:avLst/>
          </a:prstGeom>
        </p:spPr>
        <p:txBody>
          <a:bodyPr anchor="t" rtlCol="false" tIns="0" lIns="0" bIns="0" rIns="0">
            <a:spAutoFit/>
          </a:bodyPr>
          <a:lstStyle/>
          <a:p>
            <a:pPr algn="l">
              <a:lnSpc>
                <a:spcPts val="6299"/>
              </a:lnSpc>
              <a:spcBef>
                <a:spcPct val="0"/>
              </a:spcBef>
            </a:pPr>
            <a:r>
              <a:rPr lang="en-US" sz="4499">
                <a:solidFill>
                  <a:srgbClr val="FFFFFF"/>
                </a:solidFill>
                <a:latin typeface="Pattanakarn"/>
                <a:ea typeface="Pattanakarn"/>
                <a:cs typeface="Pattanakarn"/>
                <a:sym typeface="Pattanakarn"/>
              </a:rPr>
              <a:t>ABOUT OUR PROJECT</a:t>
            </a:r>
          </a:p>
        </p:txBody>
      </p:sp>
      <p:sp>
        <p:nvSpPr>
          <p:cNvPr name="TextBox 30" id="30"/>
          <p:cNvSpPr txBox="true"/>
          <p:nvPr/>
        </p:nvSpPr>
        <p:spPr>
          <a:xfrm rot="0">
            <a:off x="2135003" y="5424243"/>
            <a:ext cx="2363695" cy="271078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a:t>
            </a:r>
          </a:p>
        </p:txBody>
      </p:sp>
      <p:grpSp>
        <p:nvGrpSpPr>
          <p:cNvPr name="Group 31" id="31"/>
          <p:cNvGrpSpPr/>
          <p:nvPr/>
        </p:nvGrpSpPr>
        <p:grpSpPr>
          <a:xfrm rot="0">
            <a:off x="7702026" y="2500326"/>
            <a:ext cx="677751" cy="67775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33" id="3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4" id="34"/>
          <p:cNvSpPr txBox="true"/>
          <p:nvPr/>
        </p:nvSpPr>
        <p:spPr>
          <a:xfrm rot="0">
            <a:off x="8775347" y="2481276"/>
            <a:ext cx="2473218" cy="1663779"/>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35" id="35"/>
          <p:cNvSpPr txBox="true"/>
          <p:nvPr/>
        </p:nvSpPr>
        <p:spPr>
          <a:xfrm rot="0">
            <a:off x="7792847" y="267632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01</a:t>
            </a:r>
          </a:p>
        </p:txBody>
      </p:sp>
      <p:grpSp>
        <p:nvGrpSpPr>
          <p:cNvPr name="Group 36" id="36"/>
          <p:cNvGrpSpPr/>
          <p:nvPr/>
        </p:nvGrpSpPr>
        <p:grpSpPr>
          <a:xfrm rot="0">
            <a:off x="12611776" y="2500326"/>
            <a:ext cx="677751" cy="677751"/>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38" id="38"/>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9" id="39"/>
          <p:cNvSpPr txBox="true"/>
          <p:nvPr/>
        </p:nvSpPr>
        <p:spPr>
          <a:xfrm rot="0">
            <a:off x="13685097" y="2481276"/>
            <a:ext cx="2473218" cy="1663779"/>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40" id="40"/>
          <p:cNvSpPr txBox="true"/>
          <p:nvPr/>
        </p:nvSpPr>
        <p:spPr>
          <a:xfrm rot="0">
            <a:off x="12702596" y="267632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
            <a:chOff x="0" y="0"/>
            <a:chExt cx="4816593" cy="270933"/>
          </a:xfrm>
        </p:grpSpPr>
        <p:sp>
          <p:nvSpPr>
            <p:cNvPr name="Freeform 5" id="5"/>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6" id="6"/>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93116" y="453800"/>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7293116" y="545903"/>
            <a:ext cx="397367" cy="28996"/>
            <a:chOff x="0" y="0"/>
            <a:chExt cx="128243" cy="9358"/>
          </a:xfrm>
        </p:grpSpPr>
        <p:sp>
          <p:nvSpPr>
            <p:cNvPr name="Freeform 11" id="11"/>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2" id="12"/>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259300" y="9258300"/>
            <a:ext cx="554015" cy="554015"/>
            <a:chOff x="0" y="0"/>
            <a:chExt cx="145913" cy="145913"/>
          </a:xfrm>
        </p:grpSpPr>
        <p:sp>
          <p:nvSpPr>
            <p:cNvPr name="Freeform 15" id="15"/>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6" id="16"/>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8" id="18"/>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9" id="19"/>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0" id="20"/>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1" id="21"/>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2" id="22"/>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3" id="23"/>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04</a:t>
            </a:r>
          </a:p>
        </p:txBody>
      </p:sp>
      <p:grpSp>
        <p:nvGrpSpPr>
          <p:cNvPr name="Group 24" id="24"/>
          <p:cNvGrpSpPr/>
          <p:nvPr/>
        </p:nvGrpSpPr>
        <p:grpSpPr>
          <a:xfrm rot="0">
            <a:off x="4817947" y="5171155"/>
            <a:ext cx="3208930" cy="3040894"/>
            <a:chOff x="0" y="0"/>
            <a:chExt cx="6353786" cy="6021070"/>
          </a:xfrm>
        </p:grpSpPr>
        <p:sp>
          <p:nvSpPr>
            <p:cNvPr name="Freeform 25" id="25"/>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solidFill>
              <a:srgbClr val="96FF00"/>
            </a:solidFill>
            <a:ln w="12700">
              <a:solidFill>
                <a:srgbClr val="000000"/>
              </a:solidFill>
            </a:ln>
          </p:spPr>
        </p:sp>
      </p:grpSp>
      <p:grpSp>
        <p:nvGrpSpPr>
          <p:cNvPr name="Group 26" id="26"/>
          <p:cNvGrpSpPr/>
          <p:nvPr/>
        </p:nvGrpSpPr>
        <p:grpSpPr>
          <a:xfrm rot="0">
            <a:off x="2057037" y="2074950"/>
            <a:ext cx="3208930" cy="3040894"/>
            <a:chOff x="0" y="0"/>
            <a:chExt cx="6353786" cy="6021070"/>
          </a:xfrm>
        </p:grpSpPr>
        <p:sp>
          <p:nvSpPr>
            <p:cNvPr name="Freeform 27" id="27"/>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solidFill>
              <a:srgbClr val="96FF00"/>
            </a:solidFill>
            <a:ln w="12700">
              <a:solidFill>
                <a:srgbClr val="000000"/>
              </a:solidFill>
            </a:ln>
          </p:spPr>
        </p:sp>
      </p:grpSp>
      <p:grpSp>
        <p:nvGrpSpPr>
          <p:cNvPr name="Group 28" id="28"/>
          <p:cNvGrpSpPr/>
          <p:nvPr/>
        </p:nvGrpSpPr>
        <p:grpSpPr>
          <a:xfrm rot="0">
            <a:off x="2104572" y="2359932"/>
            <a:ext cx="5874769" cy="5567137"/>
            <a:chOff x="0" y="0"/>
            <a:chExt cx="6353786" cy="6021070"/>
          </a:xfrm>
        </p:grpSpPr>
        <p:sp>
          <p:nvSpPr>
            <p:cNvPr name="Freeform 29" id="29"/>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6"/>
              <a:stretch>
                <a:fillRect l="-20983" t="0" r="-20983" b="0"/>
              </a:stretch>
            </a:blipFill>
          </p:spPr>
        </p:sp>
      </p:grpSp>
      <p:sp>
        <p:nvSpPr>
          <p:cNvPr name="Freeform 30" id="30"/>
          <p:cNvSpPr/>
          <p:nvPr/>
        </p:nvSpPr>
        <p:spPr>
          <a:xfrm flipH="false" flipV="false" rot="0">
            <a:off x="10128180" y="2398032"/>
            <a:ext cx="1033111" cy="627380"/>
          </a:xfrm>
          <a:custGeom>
            <a:avLst/>
            <a:gdLst/>
            <a:ahLst/>
            <a:cxnLst/>
            <a:rect r="r" b="b" t="t" l="l"/>
            <a:pathLst>
              <a:path h="627380" w="1033111">
                <a:moveTo>
                  <a:pt x="0" y="0"/>
                </a:moveTo>
                <a:lnTo>
                  <a:pt x="1033112" y="0"/>
                </a:lnTo>
                <a:lnTo>
                  <a:pt x="1033112" y="627380"/>
                </a:lnTo>
                <a:lnTo>
                  <a:pt x="0" y="6273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1" id="31"/>
          <p:cNvSpPr txBox="true"/>
          <p:nvPr/>
        </p:nvSpPr>
        <p:spPr>
          <a:xfrm rot="0">
            <a:off x="10459340" y="2601586"/>
            <a:ext cx="5481502" cy="1552426"/>
          </a:xfrm>
          <a:prstGeom prst="rect">
            <a:avLst/>
          </a:prstGeom>
        </p:spPr>
        <p:txBody>
          <a:bodyPr anchor="t" rtlCol="false" tIns="0" lIns="0" bIns="0" rIns="0">
            <a:spAutoFit/>
          </a:bodyPr>
          <a:lstStyle/>
          <a:p>
            <a:pPr algn="l">
              <a:lnSpc>
                <a:spcPts val="6299"/>
              </a:lnSpc>
              <a:spcBef>
                <a:spcPct val="0"/>
              </a:spcBef>
            </a:pPr>
            <a:r>
              <a:rPr lang="en-US" sz="4499">
                <a:solidFill>
                  <a:srgbClr val="FFFFFF"/>
                </a:solidFill>
                <a:latin typeface="Pattanakarn"/>
                <a:ea typeface="Pattanakarn"/>
                <a:cs typeface="Pattanakarn"/>
                <a:sym typeface="Pattanakarn"/>
              </a:rPr>
              <a:t>ABOUT FUTURE TECHNOLOGY</a:t>
            </a:r>
          </a:p>
        </p:txBody>
      </p:sp>
      <p:sp>
        <p:nvSpPr>
          <p:cNvPr name="TextBox 32" id="32"/>
          <p:cNvSpPr txBox="true"/>
          <p:nvPr/>
        </p:nvSpPr>
        <p:spPr>
          <a:xfrm rot="0">
            <a:off x="10459340" y="4914545"/>
            <a:ext cx="5481502" cy="1035576"/>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
        <p:nvSpPr>
          <p:cNvPr name="TextBox 33" id="33"/>
          <p:cNvSpPr txBox="true"/>
          <p:nvPr/>
        </p:nvSpPr>
        <p:spPr>
          <a:xfrm rot="0">
            <a:off x="10459340" y="6710652"/>
            <a:ext cx="5481502" cy="1035576"/>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
            <a:chOff x="0" y="0"/>
            <a:chExt cx="4816593" cy="270933"/>
          </a:xfrm>
        </p:grpSpPr>
        <p:sp>
          <p:nvSpPr>
            <p:cNvPr name="Freeform 5" id="5"/>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6" id="6"/>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93116" y="453800"/>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7293116" y="545903"/>
            <a:ext cx="397367" cy="28996"/>
            <a:chOff x="0" y="0"/>
            <a:chExt cx="128243" cy="9358"/>
          </a:xfrm>
        </p:grpSpPr>
        <p:sp>
          <p:nvSpPr>
            <p:cNvPr name="Freeform 11" id="11"/>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2" id="12"/>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259300" y="9258300"/>
            <a:ext cx="554015" cy="554015"/>
            <a:chOff x="0" y="0"/>
            <a:chExt cx="145913" cy="145913"/>
          </a:xfrm>
        </p:grpSpPr>
        <p:sp>
          <p:nvSpPr>
            <p:cNvPr name="Freeform 15" id="15"/>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6" id="16"/>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8" id="18"/>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9" id="19"/>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0" id="20"/>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1" id="21"/>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2" id="22"/>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3" id="23"/>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05</a:t>
            </a:r>
          </a:p>
        </p:txBody>
      </p:sp>
      <p:grpSp>
        <p:nvGrpSpPr>
          <p:cNvPr name="Group 24" id="24"/>
          <p:cNvGrpSpPr/>
          <p:nvPr/>
        </p:nvGrpSpPr>
        <p:grpSpPr>
          <a:xfrm rot="0">
            <a:off x="9387725" y="4924206"/>
            <a:ext cx="4700562" cy="4700562"/>
            <a:chOff x="0" y="0"/>
            <a:chExt cx="6350000" cy="6350000"/>
          </a:xfrm>
        </p:grpSpPr>
        <p:sp>
          <p:nvSpPr>
            <p:cNvPr name="Freeform 25" id="25"/>
            <p:cNvSpPr/>
            <p:nvPr/>
          </p:nvSpPr>
          <p:spPr>
            <a:xfrm flipH="false" flipV="false" rot="0">
              <a:off x="0" y="0"/>
              <a:ext cx="6350000" cy="6350000"/>
            </a:xfrm>
            <a:custGeom>
              <a:avLst/>
              <a:gdLst/>
              <a:ahLst/>
              <a:cxnLst/>
              <a:rect r="r" b="b" t="t" l="l"/>
              <a:pathLst>
                <a:path h="6350000" w="6350000">
                  <a:moveTo>
                    <a:pt x="6350000" y="0"/>
                  </a:moveTo>
                  <a:lnTo>
                    <a:pt x="6350000" y="6350000"/>
                  </a:lnTo>
                  <a:lnTo>
                    <a:pt x="1224280" y="6350000"/>
                  </a:lnTo>
                  <a:lnTo>
                    <a:pt x="0" y="0"/>
                  </a:lnTo>
                  <a:close/>
                </a:path>
              </a:pathLst>
            </a:custGeom>
            <a:solidFill>
              <a:srgbClr val="96FF00"/>
            </a:solidFill>
            <a:ln w="12700">
              <a:solidFill>
                <a:srgbClr val="000000"/>
              </a:solidFill>
            </a:ln>
          </p:spPr>
        </p:sp>
      </p:grpSp>
      <p:grpSp>
        <p:nvGrpSpPr>
          <p:cNvPr name="Group 26" id="26"/>
          <p:cNvGrpSpPr/>
          <p:nvPr/>
        </p:nvGrpSpPr>
        <p:grpSpPr>
          <a:xfrm rot="0">
            <a:off x="9029700" y="1050076"/>
            <a:ext cx="8229600" cy="8229600"/>
            <a:chOff x="0" y="0"/>
            <a:chExt cx="6350000" cy="6350000"/>
          </a:xfrm>
        </p:grpSpPr>
        <p:sp>
          <p:nvSpPr>
            <p:cNvPr name="Freeform 27" id="27"/>
            <p:cNvSpPr/>
            <p:nvPr/>
          </p:nvSpPr>
          <p:spPr>
            <a:xfrm flipH="false" flipV="false" rot="0">
              <a:off x="0" y="0"/>
              <a:ext cx="6350000" cy="6350000"/>
            </a:xfrm>
            <a:custGeom>
              <a:avLst/>
              <a:gdLst/>
              <a:ahLst/>
              <a:cxnLst/>
              <a:rect r="r" b="b" t="t" l="l"/>
              <a:pathLst>
                <a:path h="6350000" w="6350000">
                  <a:moveTo>
                    <a:pt x="6350000" y="0"/>
                  </a:moveTo>
                  <a:lnTo>
                    <a:pt x="6350000" y="6350000"/>
                  </a:lnTo>
                  <a:lnTo>
                    <a:pt x="1224280" y="6350000"/>
                  </a:lnTo>
                  <a:lnTo>
                    <a:pt x="0" y="0"/>
                  </a:lnTo>
                  <a:close/>
                </a:path>
              </a:pathLst>
            </a:custGeom>
            <a:blipFill>
              <a:blip r:embed="rId6"/>
              <a:stretch>
                <a:fillRect l="-48250" t="0" r="-1562" b="0"/>
              </a:stretch>
            </a:blipFill>
          </p:spPr>
        </p:sp>
      </p:grpSp>
      <p:sp>
        <p:nvSpPr>
          <p:cNvPr name="Freeform 28" id="28"/>
          <p:cNvSpPr/>
          <p:nvPr/>
        </p:nvSpPr>
        <p:spPr>
          <a:xfrm flipH="false" flipV="false" rot="0">
            <a:off x="2081221" y="2340241"/>
            <a:ext cx="1033111" cy="627380"/>
          </a:xfrm>
          <a:custGeom>
            <a:avLst/>
            <a:gdLst/>
            <a:ahLst/>
            <a:cxnLst/>
            <a:rect r="r" b="b" t="t" l="l"/>
            <a:pathLst>
              <a:path h="627380" w="1033111">
                <a:moveTo>
                  <a:pt x="0" y="0"/>
                </a:moveTo>
                <a:lnTo>
                  <a:pt x="1033112" y="0"/>
                </a:lnTo>
                <a:lnTo>
                  <a:pt x="1033112" y="627381"/>
                </a:lnTo>
                <a:lnTo>
                  <a:pt x="0" y="6273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9" id="29"/>
          <p:cNvSpPr txBox="true"/>
          <p:nvPr/>
        </p:nvSpPr>
        <p:spPr>
          <a:xfrm rot="0">
            <a:off x="2412381" y="2543796"/>
            <a:ext cx="4179440" cy="761926"/>
          </a:xfrm>
          <a:prstGeom prst="rect">
            <a:avLst/>
          </a:prstGeom>
        </p:spPr>
        <p:txBody>
          <a:bodyPr anchor="t" rtlCol="false" tIns="0" lIns="0" bIns="0" rIns="0">
            <a:spAutoFit/>
          </a:bodyPr>
          <a:lstStyle/>
          <a:p>
            <a:pPr algn="l">
              <a:lnSpc>
                <a:spcPts val="6299"/>
              </a:lnSpc>
              <a:spcBef>
                <a:spcPct val="0"/>
              </a:spcBef>
            </a:pPr>
            <a:r>
              <a:rPr lang="en-US" sz="4499">
                <a:solidFill>
                  <a:srgbClr val="FFFFFF"/>
                </a:solidFill>
                <a:latin typeface="Pattanakarn"/>
                <a:ea typeface="Pattanakarn"/>
                <a:cs typeface="Pattanakarn"/>
                <a:sym typeface="Pattanakarn"/>
              </a:rPr>
              <a:t>OUR VISION</a:t>
            </a:r>
          </a:p>
        </p:txBody>
      </p:sp>
      <p:grpSp>
        <p:nvGrpSpPr>
          <p:cNvPr name="Group 30" id="30"/>
          <p:cNvGrpSpPr/>
          <p:nvPr/>
        </p:nvGrpSpPr>
        <p:grpSpPr>
          <a:xfrm rot="0">
            <a:off x="2412381" y="4242650"/>
            <a:ext cx="677751" cy="677751"/>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32" id="3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3" id="33"/>
          <p:cNvSpPr txBox="true"/>
          <p:nvPr/>
        </p:nvSpPr>
        <p:spPr>
          <a:xfrm rot="0">
            <a:off x="3485702" y="4171228"/>
            <a:ext cx="4049959" cy="1454378"/>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a:t>
            </a:r>
          </a:p>
        </p:txBody>
      </p:sp>
      <p:sp>
        <p:nvSpPr>
          <p:cNvPr name="TextBox 34" id="34"/>
          <p:cNvSpPr txBox="true"/>
          <p:nvPr/>
        </p:nvSpPr>
        <p:spPr>
          <a:xfrm rot="0">
            <a:off x="2503202" y="4418648"/>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01</a:t>
            </a:r>
          </a:p>
        </p:txBody>
      </p:sp>
      <p:grpSp>
        <p:nvGrpSpPr>
          <p:cNvPr name="Group 35" id="35"/>
          <p:cNvGrpSpPr/>
          <p:nvPr/>
        </p:nvGrpSpPr>
        <p:grpSpPr>
          <a:xfrm rot="0">
            <a:off x="2412381" y="6563804"/>
            <a:ext cx="677751" cy="67775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37" id="3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8" id="38"/>
          <p:cNvSpPr txBox="true"/>
          <p:nvPr/>
        </p:nvSpPr>
        <p:spPr>
          <a:xfrm rot="0">
            <a:off x="3485702" y="6492381"/>
            <a:ext cx="4049959" cy="1454378"/>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a:t>
            </a:r>
            <a:r>
              <a:rPr lang="en-US" sz="1200">
                <a:solidFill>
                  <a:srgbClr val="FFFFFF"/>
                </a:solidFill>
                <a:latin typeface="Open Sans"/>
                <a:ea typeface="Open Sans"/>
                <a:cs typeface="Open Sans"/>
                <a:sym typeface="Open Sans"/>
              </a:rPr>
              <a:t> </a:t>
            </a:r>
          </a:p>
        </p:txBody>
      </p:sp>
      <p:sp>
        <p:nvSpPr>
          <p:cNvPr name="TextBox 39" id="39"/>
          <p:cNvSpPr txBox="true"/>
          <p:nvPr/>
        </p:nvSpPr>
        <p:spPr>
          <a:xfrm rot="0">
            <a:off x="2503202" y="673980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18288000" cy="1028700"/>
            <a:chOff x="0" y="0"/>
            <a:chExt cx="4816593" cy="270933"/>
          </a:xfrm>
        </p:grpSpPr>
        <p:sp>
          <p:nvSpPr>
            <p:cNvPr name="Freeform 4" id="4"/>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5" id="5"/>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293116" y="453800"/>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293116" y="545903"/>
            <a:ext cx="397367" cy="28996"/>
            <a:chOff x="0" y="0"/>
            <a:chExt cx="128243" cy="9358"/>
          </a:xfrm>
        </p:grpSpPr>
        <p:sp>
          <p:nvSpPr>
            <p:cNvPr name="Freeform 10" id="10"/>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1" id="11"/>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7259300" y="9258300"/>
            <a:ext cx="554015" cy="554015"/>
            <a:chOff x="0" y="0"/>
            <a:chExt cx="145913" cy="145913"/>
          </a:xfrm>
        </p:grpSpPr>
        <p:sp>
          <p:nvSpPr>
            <p:cNvPr name="Freeform 14" id="14"/>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5" id="15"/>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7" id="17"/>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8" id="18"/>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19" id="19"/>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0" id="20"/>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1" id="21"/>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2" id="22"/>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06</a:t>
            </a:r>
          </a:p>
        </p:txBody>
      </p:sp>
      <p:grpSp>
        <p:nvGrpSpPr>
          <p:cNvPr name="Group 23" id="23"/>
          <p:cNvGrpSpPr/>
          <p:nvPr/>
        </p:nvGrpSpPr>
        <p:grpSpPr>
          <a:xfrm rot="0">
            <a:off x="2334264" y="6487174"/>
            <a:ext cx="2669523" cy="3799826"/>
            <a:chOff x="0" y="0"/>
            <a:chExt cx="703084" cy="1000777"/>
          </a:xfrm>
        </p:grpSpPr>
        <p:sp>
          <p:nvSpPr>
            <p:cNvPr name="Freeform 24" id="24"/>
            <p:cNvSpPr/>
            <p:nvPr/>
          </p:nvSpPr>
          <p:spPr>
            <a:xfrm flipH="false" flipV="false" rot="0">
              <a:off x="0" y="0"/>
              <a:ext cx="703084" cy="1000777"/>
            </a:xfrm>
            <a:custGeom>
              <a:avLst/>
              <a:gdLst/>
              <a:ahLst/>
              <a:cxnLst/>
              <a:rect r="r" b="b" t="t" l="l"/>
              <a:pathLst>
                <a:path h="1000777" w="703084">
                  <a:moveTo>
                    <a:pt x="0" y="0"/>
                  </a:moveTo>
                  <a:lnTo>
                    <a:pt x="703084" y="0"/>
                  </a:lnTo>
                  <a:lnTo>
                    <a:pt x="703084" y="1000777"/>
                  </a:lnTo>
                  <a:lnTo>
                    <a:pt x="0" y="1000777"/>
                  </a:lnTo>
                  <a:close/>
                </a:path>
              </a:pathLst>
            </a:custGeom>
            <a:solidFill>
              <a:srgbClr val="96FF00"/>
            </a:solidFill>
          </p:spPr>
        </p:sp>
        <p:sp>
          <p:nvSpPr>
            <p:cNvPr name="TextBox 25" id="25"/>
            <p:cNvSpPr txBox="true"/>
            <p:nvPr/>
          </p:nvSpPr>
          <p:spPr>
            <a:xfrm>
              <a:off x="0" y="-38100"/>
              <a:ext cx="703084" cy="1038877"/>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0" y="2034888"/>
            <a:ext cx="4668528" cy="8252112"/>
            <a:chOff x="0" y="0"/>
            <a:chExt cx="3202008" cy="5659885"/>
          </a:xfrm>
        </p:grpSpPr>
        <p:sp>
          <p:nvSpPr>
            <p:cNvPr name="Freeform 27" id="27"/>
            <p:cNvSpPr/>
            <p:nvPr/>
          </p:nvSpPr>
          <p:spPr>
            <a:xfrm flipH="false" flipV="false" rot="0">
              <a:off x="0" y="0"/>
              <a:ext cx="3202008" cy="5659885"/>
            </a:xfrm>
            <a:custGeom>
              <a:avLst/>
              <a:gdLst/>
              <a:ahLst/>
              <a:cxnLst/>
              <a:rect r="r" b="b" t="t" l="l"/>
              <a:pathLst>
                <a:path h="5659885" w="3202008">
                  <a:moveTo>
                    <a:pt x="3202008" y="1042008"/>
                  </a:moveTo>
                  <a:cubicBezTo>
                    <a:pt x="3202008" y="2704666"/>
                    <a:pt x="3202008" y="3997215"/>
                    <a:pt x="3202008" y="5659885"/>
                  </a:cubicBezTo>
                  <a:lnTo>
                    <a:pt x="0" y="5659885"/>
                  </a:lnTo>
                  <a:lnTo>
                    <a:pt x="0" y="1366568"/>
                  </a:lnTo>
                  <a:cubicBezTo>
                    <a:pt x="0" y="911049"/>
                    <a:pt x="0" y="455519"/>
                    <a:pt x="0" y="0"/>
                  </a:cubicBezTo>
                  <a:lnTo>
                    <a:pt x="1354204" y="0"/>
                  </a:lnTo>
                  <a:cubicBezTo>
                    <a:pt x="1970139" y="347336"/>
                    <a:pt x="2586074" y="694672"/>
                    <a:pt x="3202008" y="1042008"/>
                  </a:cubicBezTo>
                  <a:close/>
                </a:path>
              </a:pathLst>
            </a:custGeom>
            <a:blipFill>
              <a:blip r:embed="rId6"/>
              <a:stretch>
                <a:fillRect l="-8993" t="0" r="-8993" b="0"/>
              </a:stretch>
            </a:blipFill>
          </p:spPr>
        </p:sp>
      </p:grpSp>
      <p:sp>
        <p:nvSpPr>
          <p:cNvPr name="Freeform 28" id="28"/>
          <p:cNvSpPr/>
          <p:nvPr/>
        </p:nvSpPr>
        <p:spPr>
          <a:xfrm flipH="false" flipV="false" rot="0">
            <a:off x="6524058" y="2341033"/>
            <a:ext cx="1033111" cy="627380"/>
          </a:xfrm>
          <a:custGeom>
            <a:avLst/>
            <a:gdLst/>
            <a:ahLst/>
            <a:cxnLst/>
            <a:rect r="r" b="b" t="t" l="l"/>
            <a:pathLst>
              <a:path h="627380" w="1033111">
                <a:moveTo>
                  <a:pt x="0" y="0"/>
                </a:moveTo>
                <a:lnTo>
                  <a:pt x="1033111" y="0"/>
                </a:lnTo>
                <a:lnTo>
                  <a:pt x="1033111" y="627380"/>
                </a:lnTo>
                <a:lnTo>
                  <a:pt x="0" y="6273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9" id="29"/>
          <p:cNvSpPr txBox="true"/>
          <p:nvPr/>
        </p:nvSpPr>
        <p:spPr>
          <a:xfrm rot="0">
            <a:off x="6855218" y="2544588"/>
            <a:ext cx="5083550" cy="761926"/>
          </a:xfrm>
          <a:prstGeom prst="rect">
            <a:avLst/>
          </a:prstGeom>
        </p:spPr>
        <p:txBody>
          <a:bodyPr anchor="t" rtlCol="false" tIns="0" lIns="0" bIns="0" rIns="0">
            <a:spAutoFit/>
          </a:bodyPr>
          <a:lstStyle/>
          <a:p>
            <a:pPr algn="l">
              <a:lnSpc>
                <a:spcPts val="6299"/>
              </a:lnSpc>
              <a:spcBef>
                <a:spcPct val="0"/>
              </a:spcBef>
            </a:pPr>
            <a:r>
              <a:rPr lang="en-US" sz="4499">
                <a:solidFill>
                  <a:srgbClr val="FFFFFF"/>
                </a:solidFill>
                <a:latin typeface="Pattanakarn"/>
                <a:ea typeface="Pattanakarn"/>
                <a:cs typeface="Pattanakarn"/>
                <a:sym typeface="Pattanakarn"/>
              </a:rPr>
              <a:t>OUR MISSION</a:t>
            </a:r>
          </a:p>
        </p:txBody>
      </p:sp>
      <p:grpSp>
        <p:nvGrpSpPr>
          <p:cNvPr name="Group 30" id="30"/>
          <p:cNvGrpSpPr/>
          <p:nvPr/>
        </p:nvGrpSpPr>
        <p:grpSpPr>
          <a:xfrm rot="0">
            <a:off x="6855218" y="4408263"/>
            <a:ext cx="677751" cy="677751"/>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32" id="3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3" id="33"/>
          <p:cNvSpPr txBox="true"/>
          <p:nvPr/>
        </p:nvSpPr>
        <p:spPr>
          <a:xfrm rot="0">
            <a:off x="7928538" y="4389213"/>
            <a:ext cx="3027786"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34" id="34"/>
          <p:cNvSpPr txBox="true"/>
          <p:nvPr/>
        </p:nvSpPr>
        <p:spPr>
          <a:xfrm rot="0">
            <a:off x="6946038" y="458426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01</a:t>
            </a:r>
          </a:p>
        </p:txBody>
      </p:sp>
      <p:grpSp>
        <p:nvGrpSpPr>
          <p:cNvPr name="Group 35" id="35"/>
          <p:cNvGrpSpPr/>
          <p:nvPr/>
        </p:nvGrpSpPr>
        <p:grpSpPr>
          <a:xfrm rot="0">
            <a:off x="12227299" y="4408263"/>
            <a:ext cx="677751" cy="67775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37" id="3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8" id="38"/>
          <p:cNvSpPr txBox="true"/>
          <p:nvPr/>
        </p:nvSpPr>
        <p:spPr>
          <a:xfrm rot="0">
            <a:off x="13300620" y="4389213"/>
            <a:ext cx="3027786"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39" id="39"/>
          <p:cNvSpPr txBox="true"/>
          <p:nvPr/>
        </p:nvSpPr>
        <p:spPr>
          <a:xfrm rot="0">
            <a:off x="12318119" y="458426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02</a:t>
            </a:r>
          </a:p>
        </p:txBody>
      </p:sp>
      <p:grpSp>
        <p:nvGrpSpPr>
          <p:cNvPr name="Group 40" id="40"/>
          <p:cNvGrpSpPr/>
          <p:nvPr/>
        </p:nvGrpSpPr>
        <p:grpSpPr>
          <a:xfrm rot="0">
            <a:off x="6855218" y="6739090"/>
            <a:ext cx="677751" cy="677751"/>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42" id="4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43" id="43"/>
          <p:cNvSpPr txBox="true"/>
          <p:nvPr/>
        </p:nvSpPr>
        <p:spPr>
          <a:xfrm rot="0">
            <a:off x="7928538" y="6720040"/>
            <a:ext cx="3027786"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44" id="44"/>
          <p:cNvSpPr txBox="true"/>
          <p:nvPr/>
        </p:nvSpPr>
        <p:spPr>
          <a:xfrm rot="0">
            <a:off x="6946038" y="6915088"/>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03</a:t>
            </a:r>
          </a:p>
        </p:txBody>
      </p:sp>
      <p:grpSp>
        <p:nvGrpSpPr>
          <p:cNvPr name="Group 45" id="45"/>
          <p:cNvGrpSpPr/>
          <p:nvPr/>
        </p:nvGrpSpPr>
        <p:grpSpPr>
          <a:xfrm rot="0">
            <a:off x="12227299" y="6739090"/>
            <a:ext cx="677751" cy="67775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96FF00"/>
            </a:solidFill>
          </p:spPr>
        </p:sp>
        <p:sp>
          <p:nvSpPr>
            <p:cNvPr name="TextBox 47" id="4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48" id="48"/>
          <p:cNvSpPr txBox="true"/>
          <p:nvPr/>
        </p:nvSpPr>
        <p:spPr>
          <a:xfrm rot="0">
            <a:off x="13300620" y="6720040"/>
            <a:ext cx="3027786"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49" id="49"/>
          <p:cNvSpPr txBox="true"/>
          <p:nvPr/>
        </p:nvSpPr>
        <p:spPr>
          <a:xfrm rot="0">
            <a:off x="12318119" y="6915088"/>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60816"/>
                </a:solidFill>
                <a:latin typeface="Open Sans Bold"/>
                <a:ea typeface="Open Sans Bold"/>
                <a:cs typeface="Open Sans Bold"/>
                <a:sym typeface="Open Sans Bold"/>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9115425" y="3434796"/>
            <a:ext cx="6975833" cy="4045966"/>
            <a:chOff x="0" y="0"/>
            <a:chExt cx="6436411" cy="3733103"/>
          </a:xfrm>
        </p:grpSpPr>
        <p:sp>
          <p:nvSpPr>
            <p:cNvPr name="Freeform 3" id="3"/>
            <p:cNvSpPr/>
            <p:nvPr/>
          </p:nvSpPr>
          <p:spPr>
            <a:xfrm flipH="false" flipV="false" rot="0">
              <a:off x="0" y="0"/>
              <a:ext cx="6436411" cy="3733103"/>
            </a:xfrm>
            <a:custGeom>
              <a:avLst/>
              <a:gdLst/>
              <a:ahLst/>
              <a:cxnLst/>
              <a:rect r="r" b="b" t="t" l="l"/>
              <a:pathLst>
                <a:path h="3733103" w="6436411">
                  <a:moveTo>
                    <a:pt x="6436411" y="0"/>
                  </a:moveTo>
                  <a:lnTo>
                    <a:pt x="4120320" y="3733103"/>
                  </a:lnTo>
                  <a:lnTo>
                    <a:pt x="0" y="3733103"/>
                  </a:lnTo>
                  <a:lnTo>
                    <a:pt x="2289131" y="0"/>
                  </a:lnTo>
                  <a:lnTo>
                    <a:pt x="6436411" y="0"/>
                  </a:lnTo>
                  <a:close/>
                </a:path>
              </a:pathLst>
            </a:custGeom>
            <a:solidFill>
              <a:srgbClr val="96FF00"/>
            </a:solidFill>
            <a:ln w="12700">
              <a:solidFill>
                <a:srgbClr val="000000"/>
              </a:solidFill>
            </a:ln>
          </p:spPr>
        </p:sp>
      </p:grpSp>
      <p:sp>
        <p:nvSpPr>
          <p:cNvPr name="Freeform 4" id="4"/>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0" y="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7" id="7"/>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293116" y="453800"/>
            <a:ext cx="397367" cy="28996"/>
            <a:chOff x="0" y="0"/>
            <a:chExt cx="128243" cy="9358"/>
          </a:xfrm>
        </p:grpSpPr>
        <p:sp>
          <p:nvSpPr>
            <p:cNvPr name="Freeform 9" id="9"/>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0" id="10"/>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7293116" y="545903"/>
            <a:ext cx="397367" cy="28996"/>
            <a:chOff x="0" y="0"/>
            <a:chExt cx="128243" cy="9358"/>
          </a:xfrm>
        </p:grpSpPr>
        <p:sp>
          <p:nvSpPr>
            <p:cNvPr name="Freeform 12" id="12"/>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3" id="13"/>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7259300" y="9258300"/>
            <a:ext cx="554015" cy="554015"/>
            <a:chOff x="0" y="0"/>
            <a:chExt cx="145913" cy="145913"/>
          </a:xfrm>
        </p:grpSpPr>
        <p:sp>
          <p:nvSpPr>
            <p:cNvPr name="Freeform 16" id="16"/>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7" id="17"/>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9" id="19"/>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0" id="20"/>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1" id="21"/>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2" id="22"/>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3" id="23"/>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4" id="24"/>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07</a:t>
            </a:r>
          </a:p>
        </p:txBody>
      </p:sp>
      <p:sp>
        <p:nvSpPr>
          <p:cNvPr name="Freeform 25" id="25"/>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2292998" y="4040780"/>
            <a:ext cx="4431578" cy="2630618"/>
            <a:chOff x="0" y="0"/>
            <a:chExt cx="6288840" cy="3733103"/>
          </a:xfrm>
        </p:grpSpPr>
        <p:sp>
          <p:nvSpPr>
            <p:cNvPr name="Freeform 27" id="27"/>
            <p:cNvSpPr/>
            <p:nvPr/>
          </p:nvSpPr>
          <p:spPr>
            <a:xfrm flipH="false" flipV="false" rot="0">
              <a:off x="0" y="0"/>
              <a:ext cx="6288840" cy="3733103"/>
            </a:xfrm>
            <a:custGeom>
              <a:avLst/>
              <a:gdLst/>
              <a:ahLst/>
              <a:cxnLst/>
              <a:rect r="r" b="b" t="t" l="l"/>
              <a:pathLst>
                <a:path h="3733103" w="6288840">
                  <a:moveTo>
                    <a:pt x="6288840" y="0"/>
                  </a:moveTo>
                  <a:lnTo>
                    <a:pt x="4025852" y="3733103"/>
                  </a:lnTo>
                  <a:lnTo>
                    <a:pt x="0" y="3733103"/>
                  </a:lnTo>
                  <a:lnTo>
                    <a:pt x="2236646" y="0"/>
                  </a:lnTo>
                  <a:lnTo>
                    <a:pt x="6288840" y="0"/>
                  </a:lnTo>
                  <a:close/>
                </a:path>
              </a:pathLst>
            </a:custGeom>
            <a:solidFill>
              <a:srgbClr val="96FF00"/>
            </a:solidFill>
            <a:ln w="12700">
              <a:solidFill>
                <a:srgbClr val="000000"/>
              </a:solidFill>
            </a:ln>
          </p:spPr>
        </p:sp>
      </p:grpSp>
      <p:grpSp>
        <p:nvGrpSpPr>
          <p:cNvPr name="Group 28" id="28"/>
          <p:cNvGrpSpPr/>
          <p:nvPr/>
        </p:nvGrpSpPr>
        <p:grpSpPr>
          <a:xfrm rot="0">
            <a:off x="1517639" y="4410704"/>
            <a:ext cx="7103327" cy="4216588"/>
            <a:chOff x="0" y="0"/>
            <a:chExt cx="6288840" cy="3733103"/>
          </a:xfrm>
        </p:grpSpPr>
        <p:sp>
          <p:nvSpPr>
            <p:cNvPr name="Freeform 29" id="29"/>
            <p:cNvSpPr/>
            <p:nvPr/>
          </p:nvSpPr>
          <p:spPr>
            <a:xfrm flipH="false" flipV="false" rot="0">
              <a:off x="0" y="0"/>
              <a:ext cx="6288840" cy="3733103"/>
            </a:xfrm>
            <a:custGeom>
              <a:avLst/>
              <a:gdLst/>
              <a:ahLst/>
              <a:cxnLst/>
              <a:rect r="r" b="b" t="t" l="l"/>
              <a:pathLst>
                <a:path h="3733103" w="6288840">
                  <a:moveTo>
                    <a:pt x="6288840" y="0"/>
                  </a:moveTo>
                  <a:lnTo>
                    <a:pt x="4025852" y="3733103"/>
                  </a:lnTo>
                  <a:lnTo>
                    <a:pt x="0" y="3733103"/>
                  </a:lnTo>
                  <a:lnTo>
                    <a:pt x="2236646" y="0"/>
                  </a:lnTo>
                  <a:lnTo>
                    <a:pt x="6288840" y="0"/>
                  </a:lnTo>
                  <a:close/>
                </a:path>
              </a:pathLst>
            </a:custGeom>
            <a:blipFill>
              <a:blip r:embed="rId6"/>
              <a:stretch>
                <a:fillRect l="0" t="-5688" r="0" b="-6548"/>
              </a:stretch>
            </a:blipFill>
          </p:spPr>
        </p:sp>
      </p:grpSp>
      <p:grpSp>
        <p:nvGrpSpPr>
          <p:cNvPr name="Group 30" id="30"/>
          <p:cNvGrpSpPr/>
          <p:nvPr/>
        </p:nvGrpSpPr>
        <p:grpSpPr>
          <a:xfrm rot="0">
            <a:off x="7284521" y="1623267"/>
            <a:ext cx="9485840" cy="5501764"/>
            <a:chOff x="0" y="0"/>
            <a:chExt cx="6436411" cy="3733103"/>
          </a:xfrm>
        </p:grpSpPr>
        <p:sp>
          <p:nvSpPr>
            <p:cNvPr name="Freeform 31" id="31"/>
            <p:cNvSpPr/>
            <p:nvPr/>
          </p:nvSpPr>
          <p:spPr>
            <a:xfrm flipH="false" flipV="false" rot="0">
              <a:off x="0" y="0"/>
              <a:ext cx="6436411" cy="3733103"/>
            </a:xfrm>
            <a:custGeom>
              <a:avLst/>
              <a:gdLst/>
              <a:ahLst/>
              <a:cxnLst/>
              <a:rect r="r" b="b" t="t" l="l"/>
              <a:pathLst>
                <a:path h="3733103" w="6436411">
                  <a:moveTo>
                    <a:pt x="6436411" y="0"/>
                  </a:moveTo>
                  <a:lnTo>
                    <a:pt x="4120320" y="3733103"/>
                  </a:lnTo>
                  <a:lnTo>
                    <a:pt x="0" y="3733103"/>
                  </a:lnTo>
                  <a:lnTo>
                    <a:pt x="2289131" y="0"/>
                  </a:lnTo>
                  <a:lnTo>
                    <a:pt x="6436411" y="0"/>
                  </a:lnTo>
                  <a:close/>
                </a:path>
              </a:pathLst>
            </a:custGeom>
            <a:blipFill>
              <a:blip r:embed="rId7"/>
              <a:stretch>
                <a:fillRect l="0" t="-7543" r="0" b="-7543"/>
              </a:stretch>
            </a:blipFill>
          </p:spPr>
        </p:sp>
      </p:grpSp>
      <p:sp>
        <p:nvSpPr>
          <p:cNvPr name="Freeform 32" id="32"/>
          <p:cNvSpPr/>
          <p:nvPr/>
        </p:nvSpPr>
        <p:spPr>
          <a:xfrm flipH="false" flipV="false" rot="0">
            <a:off x="1921495" y="2079745"/>
            <a:ext cx="1033111" cy="627380"/>
          </a:xfrm>
          <a:custGeom>
            <a:avLst/>
            <a:gdLst/>
            <a:ahLst/>
            <a:cxnLst/>
            <a:rect r="r" b="b" t="t" l="l"/>
            <a:pathLst>
              <a:path h="627380" w="1033111">
                <a:moveTo>
                  <a:pt x="0" y="0"/>
                </a:moveTo>
                <a:lnTo>
                  <a:pt x="1033111" y="0"/>
                </a:lnTo>
                <a:lnTo>
                  <a:pt x="1033111" y="627381"/>
                </a:lnTo>
                <a:lnTo>
                  <a:pt x="0" y="6273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3" id="33"/>
          <p:cNvSpPr txBox="true"/>
          <p:nvPr/>
        </p:nvSpPr>
        <p:spPr>
          <a:xfrm rot="0">
            <a:off x="2252655" y="2283300"/>
            <a:ext cx="5837910" cy="761926"/>
          </a:xfrm>
          <a:prstGeom prst="rect">
            <a:avLst/>
          </a:prstGeom>
        </p:spPr>
        <p:txBody>
          <a:bodyPr anchor="t" rtlCol="false" tIns="0" lIns="0" bIns="0" rIns="0">
            <a:spAutoFit/>
          </a:bodyPr>
          <a:lstStyle/>
          <a:p>
            <a:pPr algn="l">
              <a:lnSpc>
                <a:spcPts val="6299"/>
              </a:lnSpc>
              <a:spcBef>
                <a:spcPct val="0"/>
              </a:spcBef>
            </a:pPr>
            <a:r>
              <a:rPr lang="en-US" sz="4499">
                <a:solidFill>
                  <a:srgbClr val="FFFFFF"/>
                </a:solidFill>
                <a:latin typeface="Pattanakarn"/>
                <a:ea typeface="Pattanakarn"/>
                <a:cs typeface="Pattanakarn"/>
                <a:sym typeface="Pattanakarn"/>
              </a:rPr>
              <a:t>OUR PORTFOLIO</a:t>
            </a:r>
          </a:p>
        </p:txBody>
      </p:sp>
      <p:sp>
        <p:nvSpPr>
          <p:cNvPr name="TextBox 34" id="34"/>
          <p:cNvSpPr txBox="true"/>
          <p:nvPr/>
        </p:nvSpPr>
        <p:spPr>
          <a:xfrm rot="0">
            <a:off x="8090564" y="8219920"/>
            <a:ext cx="8135878" cy="407372"/>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
            <a:chOff x="0" y="0"/>
            <a:chExt cx="4816593" cy="270933"/>
          </a:xfrm>
        </p:grpSpPr>
        <p:sp>
          <p:nvSpPr>
            <p:cNvPr name="Freeform 5" id="5"/>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6" id="6"/>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93116" y="453800"/>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7293116" y="545903"/>
            <a:ext cx="397367" cy="28996"/>
            <a:chOff x="0" y="0"/>
            <a:chExt cx="128243" cy="9358"/>
          </a:xfrm>
        </p:grpSpPr>
        <p:sp>
          <p:nvSpPr>
            <p:cNvPr name="Freeform 11" id="11"/>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2" id="12"/>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259300" y="9258300"/>
            <a:ext cx="554015" cy="554015"/>
            <a:chOff x="0" y="0"/>
            <a:chExt cx="145913" cy="145913"/>
          </a:xfrm>
        </p:grpSpPr>
        <p:sp>
          <p:nvSpPr>
            <p:cNvPr name="Freeform 15" id="15"/>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6" id="16"/>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8" id="18"/>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9" id="19"/>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0" id="20"/>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1" id="21"/>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2" id="22"/>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3" id="23"/>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08</a:t>
            </a:r>
          </a:p>
        </p:txBody>
      </p:sp>
      <p:grpSp>
        <p:nvGrpSpPr>
          <p:cNvPr name="Group 24" id="24"/>
          <p:cNvGrpSpPr/>
          <p:nvPr/>
        </p:nvGrpSpPr>
        <p:grpSpPr>
          <a:xfrm rot="0">
            <a:off x="2940970" y="3698870"/>
            <a:ext cx="1877491" cy="1593706"/>
            <a:chOff x="0" y="0"/>
            <a:chExt cx="6353786" cy="5393404"/>
          </a:xfrm>
        </p:grpSpPr>
        <p:sp>
          <p:nvSpPr>
            <p:cNvPr name="Freeform 25" id="25"/>
            <p:cNvSpPr/>
            <p:nvPr/>
          </p:nvSpPr>
          <p:spPr>
            <a:xfrm flipH="false" flipV="false" rot="0">
              <a:off x="0" y="0"/>
              <a:ext cx="6353786" cy="5393404"/>
            </a:xfrm>
            <a:custGeom>
              <a:avLst/>
              <a:gdLst/>
              <a:ahLst/>
              <a:cxnLst/>
              <a:rect r="r" b="b" t="t" l="l"/>
              <a:pathLst>
                <a:path h="5393404" w="6353786">
                  <a:moveTo>
                    <a:pt x="0" y="5393404"/>
                  </a:moveTo>
                  <a:lnTo>
                    <a:pt x="738340" y="0"/>
                  </a:lnTo>
                  <a:lnTo>
                    <a:pt x="6353786" y="0"/>
                  </a:lnTo>
                  <a:lnTo>
                    <a:pt x="5615446" y="5393404"/>
                  </a:lnTo>
                  <a:close/>
                </a:path>
              </a:pathLst>
            </a:custGeom>
            <a:solidFill>
              <a:srgbClr val="96FF00"/>
            </a:solidFill>
            <a:ln w="12700">
              <a:solidFill>
                <a:srgbClr val="000000"/>
              </a:solidFill>
            </a:ln>
          </p:spPr>
        </p:sp>
      </p:grpSp>
      <p:grpSp>
        <p:nvGrpSpPr>
          <p:cNvPr name="Group 26" id="26"/>
          <p:cNvGrpSpPr/>
          <p:nvPr/>
        </p:nvGrpSpPr>
        <p:grpSpPr>
          <a:xfrm rot="0">
            <a:off x="2940970" y="3847668"/>
            <a:ext cx="3049503" cy="2889816"/>
            <a:chOff x="0" y="0"/>
            <a:chExt cx="6353786" cy="6021070"/>
          </a:xfrm>
        </p:grpSpPr>
        <p:sp>
          <p:nvSpPr>
            <p:cNvPr name="Freeform 27" id="27"/>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6"/>
              <a:stretch>
                <a:fillRect l="0" t="-29045" r="0" b="-29045"/>
              </a:stretch>
            </a:blipFill>
          </p:spPr>
        </p:sp>
      </p:grpSp>
      <p:sp>
        <p:nvSpPr>
          <p:cNvPr name="TextBox 28" id="28"/>
          <p:cNvSpPr txBox="true"/>
          <p:nvPr/>
        </p:nvSpPr>
        <p:spPr>
          <a:xfrm rot="0">
            <a:off x="3097962" y="7057480"/>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96FF00"/>
                </a:solidFill>
                <a:latin typeface="Open Sans Bold"/>
                <a:ea typeface="Open Sans Bold"/>
                <a:cs typeface="Open Sans Bold"/>
                <a:sym typeface="Open Sans Bold"/>
              </a:rPr>
              <a:t>Alfredo Torres</a:t>
            </a:r>
          </a:p>
        </p:txBody>
      </p:sp>
      <p:sp>
        <p:nvSpPr>
          <p:cNvPr name="TextBox 29" id="29"/>
          <p:cNvSpPr txBox="true"/>
          <p:nvPr/>
        </p:nvSpPr>
        <p:spPr>
          <a:xfrm rot="0">
            <a:off x="2940970" y="7536196"/>
            <a:ext cx="3049503" cy="826174"/>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30" id="30"/>
          <p:cNvSpPr txBox="true"/>
          <p:nvPr/>
        </p:nvSpPr>
        <p:spPr>
          <a:xfrm rot="0">
            <a:off x="7776240" y="7057480"/>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96FF00"/>
                </a:solidFill>
                <a:latin typeface="Open Sans Bold"/>
                <a:ea typeface="Open Sans Bold"/>
                <a:cs typeface="Open Sans Bold"/>
                <a:sym typeface="Open Sans Bold"/>
              </a:rPr>
              <a:t>Bailey Dupont</a:t>
            </a:r>
          </a:p>
        </p:txBody>
      </p:sp>
      <p:sp>
        <p:nvSpPr>
          <p:cNvPr name="TextBox 31" id="31"/>
          <p:cNvSpPr txBox="true"/>
          <p:nvPr/>
        </p:nvSpPr>
        <p:spPr>
          <a:xfrm rot="0">
            <a:off x="7619248" y="7536196"/>
            <a:ext cx="3049503" cy="826174"/>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32" id="32"/>
          <p:cNvSpPr txBox="true"/>
          <p:nvPr/>
        </p:nvSpPr>
        <p:spPr>
          <a:xfrm rot="0">
            <a:off x="12453279" y="7057480"/>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96FF00"/>
                </a:solidFill>
                <a:latin typeface="Open Sans Bold"/>
                <a:ea typeface="Open Sans Bold"/>
                <a:cs typeface="Open Sans Bold"/>
                <a:sym typeface="Open Sans Bold"/>
              </a:rPr>
              <a:t>Daniel Gallego</a:t>
            </a:r>
          </a:p>
        </p:txBody>
      </p:sp>
      <p:sp>
        <p:nvSpPr>
          <p:cNvPr name="TextBox 33" id="33"/>
          <p:cNvSpPr txBox="true"/>
          <p:nvPr/>
        </p:nvSpPr>
        <p:spPr>
          <a:xfrm rot="0">
            <a:off x="12296288" y="7536196"/>
            <a:ext cx="3049503" cy="826174"/>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a:t>
            </a:r>
          </a:p>
        </p:txBody>
      </p:sp>
      <p:grpSp>
        <p:nvGrpSpPr>
          <p:cNvPr name="Group 34" id="34"/>
          <p:cNvGrpSpPr/>
          <p:nvPr/>
        </p:nvGrpSpPr>
        <p:grpSpPr>
          <a:xfrm rot="0">
            <a:off x="7619248" y="3698870"/>
            <a:ext cx="1877491" cy="1593706"/>
            <a:chOff x="0" y="0"/>
            <a:chExt cx="6353786" cy="5393404"/>
          </a:xfrm>
        </p:grpSpPr>
        <p:sp>
          <p:nvSpPr>
            <p:cNvPr name="Freeform 35" id="35"/>
            <p:cNvSpPr/>
            <p:nvPr/>
          </p:nvSpPr>
          <p:spPr>
            <a:xfrm flipH="false" flipV="false" rot="0">
              <a:off x="0" y="0"/>
              <a:ext cx="6353786" cy="5393404"/>
            </a:xfrm>
            <a:custGeom>
              <a:avLst/>
              <a:gdLst/>
              <a:ahLst/>
              <a:cxnLst/>
              <a:rect r="r" b="b" t="t" l="l"/>
              <a:pathLst>
                <a:path h="5393404" w="6353786">
                  <a:moveTo>
                    <a:pt x="0" y="5393404"/>
                  </a:moveTo>
                  <a:lnTo>
                    <a:pt x="738340" y="0"/>
                  </a:lnTo>
                  <a:lnTo>
                    <a:pt x="6353786" y="0"/>
                  </a:lnTo>
                  <a:lnTo>
                    <a:pt x="5615446" y="5393404"/>
                  </a:lnTo>
                  <a:close/>
                </a:path>
              </a:pathLst>
            </a:custGeom>
            <a:solidFill>
              <a:srgbClr val="96FF00"/>
            </a:solidFill>
            <a:ln w="12700">
              <a:solidFill>
                <a:srgbClr val="000000"/>
              </a:solidFill>
            </a:ln>
          </p:spPr>
        </p:sp>
      </p:grpSp>
      <p:grpSp>
        <p:nvGrpSpPr>
          <p:cNvPr name="Group 36" id="36"/>
          <p:cNvGrpSpPr/>
          <p:nvPr/>
        </p:nvGrpSpPr>
        <p:grpSpPr>
          <a:xfrm rot="0">
            <a:off x="12296288" y="3698870"/>
            <a:ext cx="1877491" cy="1593706"/>
            <a:chOff x="0" y="0"/>
            <a:chExt cx="6353786" cy="5393404"/>
          </a:xfrm>
        </p:grpSpPr>
        <p:sp>
          <p:nvSpPr>
            <p:cNvPr name="Freeform 37" id="37"/>
            <p:cNvSpPr/>
            <p:nvPr/>
          </p:nvSpPr>
          <p:spPr>
            <a:xfrm flipH="false" flipV="false" rot="0">
              <a:off x="0" y="0"/>
              <a:ext cx="6353786" cy="5393404"/>
            </a:xfrm>
            <a:custGeom>
              <a:avLst/>
              <a:gdLst/>
              <a:ahLst/>
              <a:cxnLst/>
              <a:rect r="r" b="b" t="t" l="l"/>
              <a:pathLst>
                <a:path h="5393404" w="6353786">
                  <a:moveTo>
                    <a:pt x="0" y="5393404"/>
                  </a:moveTo>
                  <a:lnTo>
                    <a:pt x="738340" y="0"/>
                  </a:lnTo>
                  <a:lnTo>
                    <a:pt x="6353786" y="0"/>
                  </a:lnTo>
                  <a:lnTo>
                    <a:pt x="5615446" y="5393404"/>
                  </a:lnTo>
                  <a:close/>
                </a:path>
              </a:pathLst>
            </a:custGeom>
            <a:solidFill>
              <a:srgbClr val="96FF00"/>
            </a:solidFill>
            <a:ln w="12700">
              <a:solidFill>
                <a:srgbClr val="000000"/>
              </a:solidFill>
            </a:ln>
          </p:spPr>
        </p:sp>
      </p:grpSp>
      <p:grpSp>
        <p:nvGrpSpPr>
          <p:cNvPr name="Group 38" id="38"/>
          <p:cNvGrpSpPr/>
          <p:nvPr/>
        </p:nvGrpSpPr>
        <p:grpSpPr>
          <a:xfrm rot="0">
            <a:off x="7619248" y="3847668"/>
            <a:ext cx="3049503" cy="2889816"/>
            <a:chOff x="0" y="0"/>
            <a:chExt cx="6353786" cy="6021070"/>
          </a:xfrm>
        </p:grpSpPr>
        <p:sp>
          <p:nvSpPr>
            <p:cNvPr name="Freeform 39" id="39"/>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7"/>
              <a:stretch>
                <a:fillRect l="-64963" t="-1881" r="-45970" b="-46697"/>
              </a:stretch>
            </a:blipFill>
          </p:spPr>
        </p:sp>
      </p:grpSp>
      <p:grpSp>
        <p:nvGrpSpPr>
          <p:cNvPr name="Group 40" id="40"/>
          <p:cNvGrpSpPr/>
          <p:nvPr/>
        </p:nvGrpSpPr>
        <p:grpSpPr>
          <a:xfrm rot="0">
            <a:off x="12296288" y="3847668"/>
            <a:ext cx="3049503" cy="2889816"/>
            <a:chOff x="0" y="0"/>
            <a:chExt cx="6353786" cy="6021070"/>
          </a:xfrm>
        </p:grpSpPr>
        <p:sp>
          <p:nvSpPr>
            <p:cNvPr name="Freeform 41" id="41"/>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8"/>
              <a:stretch>
                <a:fillRect l="0" t="-3012" r="0" b="-15555"/>
              </a:stretch>
            </a:blipFill>
          </p:spPr>
        </p:sp>
      </p:grpSp>
      <p:sp>
        <p:nvSpPr>
          <p:cNvPr name="Freeform 42" id="42"/>
          <p:cNvSpPr/>
          <p:nvPr/>
        </p:nvSpPr>
        <p:spPr>
          <a:xfrm flipH="false" flipV="false" rot="0">
            <a:off x="6373790" y="1964969"/>
            <a:ext cx="1033111" cy="627380"/>
          </a:xfrm>
          <a:custGeom>
            <a:avLst/>
            <a:gdLst/>
            <a:ahLst/>
            <a:cxnLst/>
            <a:rect r="r" b="b" t="t" l="l"/>
            <a:pathLst>
              <a:path h="627380" w="1033111">
                <a:moveTo>
                  <a:pt x="0" y="0"/>
                </a:moveTo>
                <a:lnTo>
                  <a:pt x="1033111" y="0"/>
                </a:lnTo>
                <a:lnTo>
                  <a:pt x="1033111" y="627380"/>
                </a:lnTo>
                <a:lnTo>
                  <a:pt x="0" y="6273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3" id="43"/>
          <p:cNvSpPr txBox="true"/>
          <p:nvPr/>
        </p:nvSpPr>
        <p:spPr>
          <a:xfrm rot="0">
            <a:off x="5910870" y="2168524"/>
            <a:ext cx="6797420" cy="761926"/>
          </a:xfrm>
          <a:prstGeom prst="rect">
            <a:avLst/>
          </a:prstGeom>
        </p:spPr>
        <p:txBody>
          <a:bodyPr anchor="t" rtlCol="false" tIns="0" lIns="0" bIns="0" rIns="0">
            <a:spAutoFit/>
          </a:bodyPr>
          <a:lstStyle/>
          <a:p>
            <a:pPr algn="ctr">
              <a:lnSpc>
                <a:spcPts val="6299"/>
              </a:lnSpc>
              <a:spcBef>
                <a:spcPct val="0"/>
              </a:spcBef>
            </a:pPr>
            <a:r>
              <a:rPr lang="en-US" sz="4499">
                <a:solidFill>
                  <a:srgbClr val="FFFFFF"/>
                </a:solidFill>
                <a:latin typeface="Pattanakarn"/>
                <a:ea typeface="Pattanakarn"/>
                <a:cs typeface="Pattanakarn"/>
                <a:sym typeface="Pattanakarn"/>
              </a:rPr>
              <a:t>MEET OUR TEAM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18288000" cy="1028700"/>
            <a:chOff x="0" y="0"/>
            <a:chExt cx="4816593" cy="270933"/>
          </a:xfrm>
        </p:grpSpPr>
        <p:sp>
          <p:nvSpPr>
            <p:cNvPr name="Freeform 4" id="4"/>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5" id="5"/>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293116" y="453800"/>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293116" y="545903"/>
            <a:ext cx="397367" cy="28996"/>
            <a:chOff x="0" y="0"/>
            <a:chExt cx="128243" cy="9358"/>
          </a:xfrm>
        </p:grpSpPr>
        <p:sp>
          <p:nvSpPr>
            <p:cNvPr name="Freeform 10" id="10"/>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1" id="11"/>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7259300" y="9258300"/>
            <a:ext cx="554015" cy="554015"/>
            <a:chOff x="0" y="0"/>
            <a:chExt cx="145913" cy="145913"/>
          </a:xfrm>
        </p:grpSpPr>
        <p:sp>
          <p:nvSpPr>
            <p:cNvPr name="Freeform 14" id="14"/>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5" id="15"/>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7" id="17"/>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8" id="18"/>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19" id="19"/>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0" id="20"/>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1" id="21"/>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2" id="22"/>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09</a:t>
            </a:r>
          </a:p>
        </p:txBody>
      </p:sp>
      <p:grpSp>
        <p:nvGrpSpPr>
          <p:cNvPr name="Group 23" id="23"/>
          <p:cNvGrpSpPr/>
          <p:nvPr/>
        </p:nvGrpSpPr>
        <p:grpSpPr>
          <a:xfrm rot="0">
            <a:off x="7060675" y="6487174"/>
            <a:ext cx="2669523" cy="3799826"/>
            <a:chOff x="0" y="0"/>
            <a:chExt cx="703084" cy="1000777"/>
          </a:xfrm>
        </p:grpSpPr>
        <p:sp>
          <p:nvSpPr>
            <p:cNvPr name="Freeform 24" id="24"/>
            <p:cNvSpPr/>
            <p:nvPr/>
          </p:nvSpPr>
          <p:spPr>
            <a:xfrm flipH="false" flipV="false" rot="0">
              <a:off x="0" y="0"/>
              <a:ext cx="703084" cy="1000777"/>
            </a:xfrm>
            <a:custGeom>
              <a:avLst/>
              <a:gdLst/>
              <a:ahLst/>
              <a:cxnLst/>
              <a:rect r="r" b="b" t="t" l="l"/>
              <a:pathLst>
                <a:path h="1000777" w="703084">
                  <a:moveTo>
                    <a:pt x="0" y="0"/>
                  </a:moveTo>
                  <a:lnTo>
                    <a:pt x="703084" y="0"/>
                  </a:lnTo>
                  <a:lnTo>
                    <a:pt x="703084" y="1000777"/>
                  </a:lnTo>
                  <a:lnTo>
                    <a:pt x="0" y="1000777"/>
                  </a:lnTo>
                  <a:close/>
                </a:path>
              </a:pathLst>
            </a:custGeom>
            <a:solidFill>
              <a:srgbClr val="96FF00"/>
            </a:solidFill>
          </p:spPr>
        </p:sp>
        <p:sp>
          <p:nvSpPr>
            <p:cNvPr name="TextBox 25" id="25"/>
            <p:cNvSpPr txBox="true"/>
            <p:nvPr/>
          </p:nvSpPr>
          <p:spPr>
            <a:xfrm>
              <a:off x="0" y="-38100"/>
              <a:ext cx="703084" cy="1038877"/>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0" y="2034888"/>
            <a:ext cx="9394939" cy="8252112"/>
            <a:chOff x="0" y="0"/>
            <a:chExt cx="6443717" cy="5659885"/>
          </a:xfrm>
        </p:grpSpPr>
        <p:sp>
          <p:nvSpPr>
            <p:cNvPr name="Freeform 27" id="27"/>
            <p:cNvSpPr/>
            <p:nvPr/>
          </p:nvSpPr>
          <p:spPr>
            <a:xfrm flipH="false" flipV="false" rot="0">
              <a:off x="0" y="0"/>
              <a:ext cx="6443717" cy="5659885"/>
            </a:xfrm>
            <a:custGeom>
              <a:avLst/>
              <a:gdLst/>
              <a:ahLst/>
              <a:cxnLst/>
              <a:rect r="r" b="b" t="t" l="l"/>
              <a:pathLst>
                <a:path h="5659885" w="6443717">
                  <a:moveTo>
                    <a:pt x="6443717" y="1042008"/>
                  </a:moveTo>
                  <a:cubicBezTo>
                    <a:pt x="6443717" y="2704666"/>
                    <a:pt x="6443717" y="3997215"/>
                    <a:pt x="6443717" y="5659885"/>
                  </a:cubicBezTo>
                  <a:lnTo>
                    <a:pt x="0" y="5659885"/>
                  </a:lnTo>
                  <a:lnTo>
                    <a:pt x="0" y="1366568"/>
                  </a:lnTo>
                  <a:cubicBezTo>
                    <a:pt x="0" y="911049"/>
                    <a:pt x="0" y="455519"/>
                    <a:pt x="0" y="0"/>
                  </a:cubicBezTo>
                  <a:lnTo>
                    <a:pt x="2725199" y="0"/>
                  </a:lnTo>
                  <a:cubicBezTo>
                    <a:pt x="3964705" y="347336"/>
                    <a:pt x="5204211" y="694672"/>
                    <a:pt x="6443717" y="1042008"/>
                  </a:cubicBezTo>
                  <a:close/>
                </a:path>
              </a:pathLst>
            </a:custGeom>
            <a:blipFill>
              <a:blip r:embed="rId6"/>
              <a:stretch>
                <a:fillRect l="-1950" t="0" r="-29639" b="0"/>
              </a:stretch>
            </a:blipFill>
          </p:spPr>
        </p:sp>
      </p:grpSp>
      <p:sp>
        <p:nvSpPr>
          <p:cNvPr name="Freeform 28" id="28"/>
          <p:cNvSpPr/>
          <p:nvPr/>
        </p:nvSpPr>
        <p:spPr>
          <a:xfrm flipH="false" flipV="false" rot="0">
            <a:off x="11297506" y="2883475"/>
            <a:ext cx="1033111" cy="627380"/>
          </a:xfrm>
          <a:custGeom>
            <a:avLst/>
            <a:gdLst/>
            <a:ahLst/>
            <a:cxnLst/>
            <a:rect r="r" b="b" t="t" l="l"/>
            <a:pathLst>
              <a:path h="627380" w="1033111">
                <a:moveTo>
                  <a:pt x="0" y="0"/>
                </a:moveTo>
                <a:lnTo>
                  <a:pt x="1033111" y="0"/>
                </a:lnTo>
                <a:lnTo>
                  <a:pt x="1033111" y="627380"/>
                </a:lnTo>
                <a:lnTo>
                  <a:pt x="0" y="6273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9" id="29"/>
          <p:cNvSpPr txBox="true"/>
          <p:nvPr/>
        </p:nvSpPr>
        <p:spPr>
          <a:xfrm rot="0">
            <a:off x="11628666" y="3087030"/>
            <a:ext cx="4826830" cy="761926"/>
          </a:xfrm>
          <a:prstGeom prst="rect">
            <a:avLst/>
          </a:prstGeom>
        </p:spPr>
        <p:txBody>
          <a:bodyPr anchor="t" rtlCol="false" tIns="0" lIns="0" bIns="0" rIns="0">
            <a:spAutoFit/>
          </a:bodyPr>
          <a:lstStyle/>
          <a:p>
            <a:pPr algn="l">
              <a:lnSpc>
                <a:spcPts val="6299"/>
              </a:lnSpc>
              <a:spcBef>
                <a:spcPct val="0"/>
              </a:spcBef>
            </a:pPr>
            <a:r>
              <a:rPr lang="en-US" sz="4499">
                <a:solidFill>
                  <a:srgbClr val="FFFFFF"/>
                </a:solidFill>
                <a:latin typeface="Pattanakarn"/>
                <a:ea typeface="Pattanakarn"/>
                <a:cs typeface="Pattanakarn"/>
                <a:sym typeface="Pattanakarn"/>
              </a:rPr>
              <a:t>CONTACT US</a:t>
            </a:r>
          </a:p>
        </p:txBody>
      </p:sp>
      <p:sp>
        <p:nvSpPr>
          <p:cNvPr name="Freeform 30" id="30"/>
          <p:cNvSpPr/>
          <p:nvPr/>
        </p:nvSpPr>
        <p:spPr>
          <a:xfrm flipH="false" flipV="false" rot="0">
            <a:off x="11628666" y="4838777"/>
            <a:ext cx="323422" cy="323422"/>
          </a:xfrm>
          <a:custGeom>
            <a:avLst/>
            <a:gdLst/>
            <a:ahLst/>
            <a:cxnLst/>
            <a:rect r="r" b="b" t="t" l="l"/>
            <a:pathLst>
              <a:path h="323422" w="323422">
                <a:moveTo>
                  <a:pt x="0" y="0"/>
                </a:moveTo>
                <a:lnTo>
                  <a:pt x="323422" y="0"/>
                </a:lnTo>
                <a:lnTo>
                  <a:pt x="323422" y="323422"/>
                </a:lnTo>
                <a:lnTo>
                  <a:pt x="0" y="3234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1" id="31"/>
          <p:cNvSpPr txBox="true"/>
          <p:nvPr/>
        </p:nvSpPr>
        <p:spPr>
          <a:xfrm rot="0">
            <a:off x="12215178" y="4842505"/>
            <a:ext cx="3216133" cy="287390"/>
          </a:xfrm>
          <a:prstGeom prst="rect">
            <a:avLst/>
          </a:prstGeom>
        </p:spPr>
        <p:txBody>
          <a:bodyPr anchor="t" rtlCol="false" tIns="0" lIns="0" bIns="0" rIns="0">
            <a:spAutoFit/>
          </a:bodyPr>
          <a:lstStyle/>
          <a:p>
            <a:pPr algn="l">
              <a:lnSpc>
                <a:spcPts val="2403"/>
              </a:lnSpc>
              <a:spcBef>
                <a:spcPct val="0"/>
              </a:spcBef>
            </a:pPr>
            <a:r>
              <a:rPr lang="en-US" sz="1716">
                <a:solidFill>
                  <a:srgbClr val="FFFFFF"/>
                </a:solidFill>
                <a:latin typeface="Open Sans"/>
                <a:ea typeface="Open Sans"/>
                <a:cs typeface="Open Sans"/>
                <a:sym typeface="Open Sans"/>
              </a:rPr>
              <a:t>+123-456-7890</a:t>
            </a:r>
          </a:p>
        </p:txBody>
      </p:sp>
      <p:sp>
        <p:nvSpPr>
          <p:cNvPr name="Freeform 32" id="32"/>
          <p:cNvSpPr/>
          <p:nvPr/>
        </p:nvSpPr>
        <p:spPr>
          <a:xfrm flipH="false" flipV="false" rot="0">
            <a:off x="11628666" y="5588196"/>
            <a:ext cx="323422" cy="323422"/>
          </a:xfrm>
          <a:custGeom>
            <a:avLst/>
            <a:gdLst/>
            <a:ahLst/>
            <a:cxnLst/>
            <a:rect r="r" b="b" t="t" l="l"/>
            <a:pathLst>
              <a:path h="323422" w="323422">
                <a:moveTo>
                  <a:pt x="0" y="0"/>
                </a:moveTo>
                <a:lnTo>
                  <a:pt x="323422" y="0"/>
                </a:lnTo>
                <a:lnTo>
                  <a:pt x="323422" y="323423"/>
                </a:lnTo>
                <a:lnTo>
                  <a:pt x="0" y="32342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3" id="33"/>
          <p:cNvSpPr txBox="true"/>
          <p:nvPr/>
        </p:nvSpPr>
        <p:spPr>
          <a:xfrm rot="0">
            <a:off x="12215178" y="5591925"/>
            <a:ext cx="3216133" cy="287390"/>
          </a:xfrm>
          <a:prstGeom prst="rect">
            <a:avLst/>
          </a:prstGeom>
        </p:spPr>
        <p:txBody>
          <a:bodyPr anchor="t" rtlCol="false" tIns="0" lIns="0" bIns="0" rIns="0">
            <a:spAutoFit/>
          </a:bodyPr>
          <a:lstStyle/>
          <a:p>
            <a:pPr algn="l">
              <a:lnSpc>
                <a:spcPts val="2403"/>
              </a:lnSpc>
              <a:spcBef>
                <a:spcPct val="0"/>
              </a:spcBef>
            </a:pPr>
            <a:r>
              <a:rPr lang="en-US" sz="1716">
                <a:solidFill>
                  <a:srgbClr val="FFFFFF"/>
                </a:solidFill>
                <a:latin typeface="Open Sans"/>
                <a:ea typeface="Open Sans"/>
                <a:cs typeface="Open Sans"/>
                <a:sym typeface="Open Sans"/>
              </a:rPr>
              <a:t>www.reallygreatsite.com</a:t>
            </a:r>
          </a:p>
        </p:txBody>
      </p:sp>
      <p:sp>
        <p:nvSpPr>
          <p:cNvPr name="Freeform 34" id="34"/>
          <p:cNvSpPr/>
          <p:nvPr/>
        </p:nvSpPr>
        <p:spPr>
          <a:xfrm flipH="false" flipV="false" rot="0">
            <a:off x="11628666" y="6334150"/>
            <a:ext cx="323422" cy="323422"/>
          </a:xfrm>
          <a:custGeom>
            <a:avLst/>
            <a:gdLst/>
            <a:ahLst/>
            <a:cxnLst/>
            <a:rect r="r" b="b" t="t" l="l"/>
            <a:pathLst>
              <a:path h="323422" w="323422">
                <a:moveTo>
                  <a:pt x="0" y="0"/>
                </a:moveTo>
                <a:lnTo>
                  <a:pt x="323422" y="0"/>
                </a:lnTo>
                <a:lnTo>
                  <a:pt x="323422" y="323422"/>
                </a:lnTo>
                <a:lnTo>
                  <a:pt x="0" y="3234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5" id="35"/>
          <p:cNvSpPr txBox="true"/>
          <p:nvPr/>
        </p:nvSpPr>
        <p:spPr>
          <a:xfrm rot="0">
            <a:off x="12215178" y="6344051"/>
            <a:ext cx="3216133" cy="287390"/>
          </a:xfrm>
          <a:prstGeom prst="rect">
            <a:avLst/>
          </a:prstGeom>
        </p:spPr>
        <p:txBody>
          <a:bodyPr anchor="t" rtlCol="false" tIns="0" lIns="0" bIns="0" rIns="0">
            <a:spAutoFit/>
          </a:bodyPr>
          <a:lstStyle/>
          <a:p>
            <a:pPr algn="l">
              <a:lnSpc>
                <a:spcPts val="2403"/>
              </a:lnSpc>
              <a:spcBef>
                <a:spcPct val="0"/>
              </a:spcBef>
            </a:pPr>
            <a:r>
              <a:rPr lang="en-US" sz="1716">
                <a:solidFill>
                  <a:srgbClr val="FFFFFF"/>
                </a:solidFill>
                <a:latin typeface="Open Sans"/>
                <a:ea typeface="Open Sans"/>
                <a:cs typeface="Open Sans"/>
                <a:sym typeface="Open Sans"/>
              </a:rPr>
              <a:t>hello@reallygreatsite.com</a:t>
            </a:r>
          </a:p>
        </p:txBody>
      </p:sp>
      <p:sp>
        <p:nvSpPr>
          <p:cNvPr name="Freeform 36" id="36"/>
          <p:cNvSpPr/>
          <p:nvPr/>
        </p:nvSpPr>
        <p:spPr>
          <a:xfrm flipH="false" flipV="false" rot="0">
            <a:off x="11628666" y="7080103"/>
            <a:ext cx="323422" cy="323422"/>
          </a:xfrm>
          <a:custGeom>
            <a:avLst/>
            <a:gdLst/>
            <a:ahLst/>
            <a:cxnLst/>
            <a:rect r="r" b="b" t="t" l="l"/>
            <a:pathLst>
              <a:path h="323422" w="323422">
                <a:moveTo>
                  <a:pt x="0" y="0"/>
                </a:moveTo>
                <a:lnTo>
                  <a:pt x="323422" y="0"/>
                </a:lnTo>
                <a:lnTo>
                  <a:pt x="323422" y="323422"/>
                </a:lnTo>
                <a:lnTo>
                  <a:pt x="0" y="32342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7" id="37"/>
          <p:cNvSpPr txBox="true"/>
          <p:nvPr/>
        </p:nvSpPr>
        <p:spPr>
          <a:xfrm rot="0">
            <a:off x="12215178" y="7100185"/>
            <a:ext cx="4362057" cy="287390"/>
          </a:xfrm>
          <a:prstGeom prst="rect">
            <a:avLst/>
          </a:prstGeom>
        </p:spPr>
        <p:txBody>
          <a:bodyPr anchor="t" rtlCol="false" tIns="0" lIns="0" bIns="0" rIns="0">
            <a:spAutoFit/>
          </a:bodyPr>
          <a:lstStyle/>
          <a:p>
            <a:pPr algn="l">
              <a:lnSpc>
                <a:spcPts val="2403"/>
              </a:lnSpc>
              <a:spcBef>
                <a:spcPct val="0"/>
              </a:spcBef>
            </a:pPr>
            <a:r>
              <a:rPr lang="en-US" sz="1716">
                <a:solidFill>
                  <a:srgbClr val="FFFFFF"/>
                </a:solidFill>
                <a:latin typeface="Open Sans"/>
                <a:ea typeface="Open Sans"/>
                <a:cs typeface="Open Sans"/>
                <a:sym typeface="Open Sans"/>
              </a:rPr>
              <a:t>123 Anywhere ST., Any City, ST 12345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B0B">
                <a:alpha val="100000"/>
              </a:srgbClr>
            </a:gs>
            <a:gs pos="100000">
              <a:srgbClr val="0704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true" rot="0">
            <a:off x="-179965" y="6471564"/>
            <a:ext cx="4202919" cy="4114800"/>
          </a:xfrm>
          <a:custGeom>
            <a:avLst/>
            <a:gdLst/>
            <a:ahLst/>
            <a:cxnLst/>
            <a:rect r="r" b="b" t="t" l="l"/>
            <a:pathLst>
              <a:path h="4114800" w="4202919">
                <a:moveTo>
                  <a:pt x="0" y="4114800"/>
                </a:moveTo>
                <a:lnTo>
                  <a:pt x="4202919" y="4114800"/>
                </a:lnTo>
                <a:lnTo>
                  <a:pt x="4202919" y="0"/>
                </a:lnTo>
                <a:lnTo>
                  <a:pt x="0" y="0"/>
                </a:lnTo>
                <a:lnTo>
                  <a:pt x="0" y="411480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265046" y="-299364"/>
            <a:ext cx="4202919" cy="4114800"/>
          </a:xfrm>
          <a:custGeom>
            <a:avLst/>
            <a:gdLst/>
            <a:ahLst/>
            <a:cxnLst/>
            <a:rect r="r" b="b" t="t" l="l"/>
            <a:pathLst>
              <a:path h="4114800" w="4202919">
                <a:moveTo>
                  <a:pt x="4202919" y="0"/>
                </a:moveTo>
                <a:lnTo>
                  <a:pt x="0" y="0"/>
                </a:lnTo>
                <a:lnTo>
                  <a:pt x="0" y="4114800"/>
                </a:lnTo>
                <a:lnTo>
                  <a:pt x="4202919" y="4114800"/>
                </a:lnTo>
                <a:lnTo>
                  <a:pt x="4202919"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0"/>
            <a:ext cx="18288000" cy="1028700"/>
            <a:chOff x="0" y="0"/>
            <a:chExt cx="4816593" cy="270933"/>
          </a:xfrm>
        </p:grpSpPr>
        <p:sp>
          <p:nvSpPr>
            <p:cNvPr name="Freeform 5" id="5"/>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alpha val="6667"/>
              </a:srgbClr>
            </a:solidFill>
          </p:spPr>
        </p:sp>
        <p:sp>
          <p:nvSpPr>
            <p:cNvPr name="TextBox 6" id="6"/>
            <p:cNvSpPr txBox="true"/>
            <p:nvPr/>
          </p:nvSpPr>
          <p:spPr>
            <a:xfrm>
              <a:off x="0" y="-38100"/>
              <a:ext cx="4816593" cy="3090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93116" y="453800"/>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7293116" y="545903"/>
            <a:ext cx="397367" cy="28996"/>
            <a:chOff x="0" y="0"/>
            <a:chExt cx="128243" cy="9358"/>
          </a:xfrm>
        </p:grpSpPr>
        <p:sp>
          <p:nvSpPr>
            <p:cNvPr name="Freeform 11" id="11"/>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96FF00"/>
            </a:solidFill>
          </p:spPr>
        </p:sp>
        <p:sp>
          <p:nvSpPr>
            <p:cNvPr name="TextBox 12" id="12"/>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53922" y="337571"/>
            <a:ext cx="309501" cy="309501"/>
          </a:xfrm>
          <a:custGeom>
            <a:avLst/>
            <a:gdLst/>
            <a:ahLst/>
            <a:cxnLst/>
            <a:rect r="r" b="b" t="t" l="l"/>
            <a:pathLst>
              <a:path h="309501" w="309501">
                <a:moveTo>
                  <a:pt x="0" y="0"/>
                </a:moveTo>
                <a:lnTo>
                  <a:pt x="309501" y="0"/>
                </a:lnTo>
                <a:lnTo>
                  <a:pt x="309501" y="309501"/>
                </a:lnTo>
                <a:lnTo>
                  <a:pt x="0" y="309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7259300" y="9258300"/>
            <a:ext cx="554015" cy="554015"/>
            <a:chOff x="0" y="0"/>
            <a:chExt cx="145913" cy="145913"/>
          </a:xfrm>
        </p:grpSpPr>
        <p:sp>
          <p:nvSpPr>
            <p:cNvPr name="Freeform 15" id="15"/>
            <p:cNvSpPr/>
            <p:nvPr/>
          </p:nvSpPr>
          <p:spPr>
            <a:xfrm flipH="false" flipV="false" rot="0">
              <a:off x="0" y="0"/>
              <a:ext cx="145913" cy="145913"/>
            </a:xfrm>
            <a:custGeom>
              <a:avLst/>
              <a:gdLst/>
              <a:ahLst/>
              <a:cxnLst/>
              <a:rect r="r" b="b" t="t" l="l"/>
              <a:pathLst>
                <a:path h="145913" w="145913">
                  <a:moveTo>
                    <a:pt x="0" y="0"/>
                  </a:moveTo>
                  <a:lnTo>
                    <a:pt x="145913" y="0"/>
                  </a:lnTo>
                  <a:lnTo>
                    <a:pt x="145913" y="145913"/>
                  </a:lnTo>
                  <a:lnTo>
                    <a:pt x="0" y="145913"/>
                  </a:lnTo>
                  <a:close/>
                </a:path>
              </a:pathLst>
            </a:custGeom>
            <a:solidFill>
              <a:srgbClr val="96FF00"/>
            </a:solidFill>
          </p:spPr>
        </p:sp>
        <p:sp>
          <p:nvSpPr>
            <p:cNvPr name="TextBox 16" id="16"/>
            <p:cNvSpPr txBox="true"/>
            <p:nvPr/>
          </p:nvSpPr>
          <p:spPr>
            <a:xfrm>
              <a:off x="0" y="-38100"/>
              <a:ext cx="145913" cy="18401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405840"/>
            <a:ext cx="1550287" cy="197971"/>
          </a:xfrm>
          <a:prstGeom prst="rect">
            <a:avLst/>
          </a:prstGeom>
        </p:spPr>
        <p:txBody>
          <a:bodyPr anchor="t" rtlCol="false" tIns="0" lIns="0" bIns="0" rIns="0">
            <a:spAutoFit/>
          </a:bodyPr>
          <a:lstStyle/>
          <a:p>
            <a:pPr algn="l">
              <a:lnSpc>
                <a:spcPts val="1680"/>
              </a:lnSpc>
              <a:spcBef>
                <a:spcPct val="0"/>
              </a:spcBef>
            </a:pPr>
            <a:r>
              <a:rPr lang="en-US" b="true" sz="1200">
                <a:solidFill>
                  <a:srgbClr val="FFFFFF"/>
                </a:solidFill>
                <a:latin typeface="Open Sans Bold"/>
                <a:ea typeface="Open Sans Bold"/>
                <a:cs typeface="Open Sans Bold"/>
                <a:sym typeface="Open Sans Bold"/>
              </a:rPr>
              <a:t>Wardiere Inc.</a:t>
            </a:r>
          </a:p>
        </p:txBody>
      </p:sp>
      <p:sp>
        <p:nvSpPr>
          <p:cNvPr name="TextBox 18" id="18"/>
          <p:cNvSpPr txBox="true"/>
          <p:nvPr/>
        </p:nvSpPr>
        <p:spPr>
          <a:xfrm rot="0">
            <a:off x="15940842" y="405840"/>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9" id="19"/>
          <p:cNvSpPr txBox="true"/>
          <p:nvPr/>
        </p:nvSpPr>
        <p:spPr>
          <a:xfrm rot="0">
            <a:off x="14385046" y="405840"/>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Me</a:t>
            </a:r>
          </a:p>
        </p:txBody>
      </p:sp>
      <p:sp>
        <p:nvSpPr>
          <p:cNvPr name="TextBox 20" id="20"/>
          <p:cNvSpPr txBox="true"/>
          <p:nvPr/>
        </p:nvSpPr>
        <p:spPr>
          <a:xfrm rot="0">
            <a:off x="13154289" y="405840"/>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Project</a:t>
            </a:r>
          </a:p>
        </p:txBody>
      </p:sp>
      <p:sp>
        <p:nvSpPr>
          <p:cNvPr name="TextBox 21" id="21"/>
          <p:cNvSpPr txBox="true"/>
          <p:nvPr/>
        </p:nvSpPr>
        <p:spPr>
          <a:xfrm rot="0">
            <a:off x="11898530" y="405840"/>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AutoShape 22" id="22"/>
          <p:cNvSpPr/>
          <p:nvPr/>
        </p:nvSpPr>
        <p:spPr>
          <a:xfrm>
            <a:off x="17794265" y="8343320"/>
            <a:ext cx="0" cy="766409"/>
          </a:xfrm>
          <a:prstGeom prst="line">
            <a:avLst/>
          </a:prstGeom>
          <a:ln cap="flat" w="19050">
            <a:solidFill>
              <a:srgbClr val="FFFFFF"/>
            </a:solidFill>
            <a:prstDash val="solid"/>
            <a:headEnd type="none" len="sm" w="sm"/>
            <a:tailEnd type="none" len="sm" w="sm"/>
          </a:ln>
        </p:spPr>
      </p:sp>
      <p:sp>
        <p:nvSpPr>
          <p:cNvPr name="TextBox 23" id="23"/>
          <p:cNvSpPr txBox="true"/>
          <p:nvPr/>
        </p:nvSpPr>
        <p:spPr>
          <a:xfrm rot="0">
            <a:off x="17333868" y="9426797"/>
            <a:ext cx="404880" cy="197971"/>
          </a:xfrm>
          <a:prstGeom prst="rect">
            <a:avLst/>
          </a:prstGeom>
        </p:spPr>
        <p:txBody>
          <a:bodyPr anchor="t" rtlCol="false" tIns="0" lIns="0" bIns="0" rIns="0">
            <a:spAutoFit/>
          </a:bodyPr>
          <a:lstStyle/>
          <a:p>
            <a:pPr algn="ctr">
              <a:lnSpc>
                <a:spcPts val="1680"/>
              </a:lnSpc>
              <a:spcBef>
                <a:spcPct val="0"/>
              </a:spcBef>
            </a:pPr>
            <a:r>
              <a:rPr lang="en-US" b="true" sz="1200">
                <a:solidFill>
                  <a:srgbClr val="060816"/>
                </a:solidFill>
                <a:latin typeface="Open Sans Bold"/>
                <a:ea typeface="Open Sans Bold"/>
                <a:cs typeface="Open Sans Bold"/>
                <a:sym typeface="Open Sans Bold"/>
              </a:rPr>
              <a:t>10</a:t>
            </a:r>
          </a:p>
        </p:txBody>
      </p:sp>
      <p:sp>
        <p:nvSpPr>
          <p:cNvPr name="Freeform 24" id="24"/>
          <p:cNvSpPr/>
          <p:nvPr/>
        </p:nvSpPr>
        <p:spPr>
          <a:xfrm flipH="false" flipV="false" rot="0">
            <a:off x="7681523" y="2708161"/>
            <a:ext cx="8020579" cy="4870679"/>
          </a:xfrm>
          <a:custGeom>
            <a:avLst/>
            <a:gdLst/>
            <a:ahLst/>
            <a:cxnLst/>
            <a:rect r="r" b="b" t="t" l="l"/>
            <a:pathLst>
              <a:path h="4870679" w="8020579">
                <a:moveTo>
                  <a:pt x="0" y="0"/>
                </a:moveTo>
                <a:lnTo>
                  <a:pt x="8020579" y="0"/>
                </a:lnTo>
                <a:lnTo>
                  <a:pt x="8020579" y="4870678"/>
                </a:lnTo>
                <a:lnTo>
                  <a:pt x="0" y="48706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11324704" y="4596486"/>
            <a:ext cx="4911060" cy="2982353"/>
          </a:xfrm>
          <a:custGeom>
            <a:avLst/>
            <a:gdLst/>
            <a:ahLst/>
            <a:cxnLst/>
            <a:rect r="r" b="b" t="t" l="l"/>
            <a:pathLst>
              <a:path h="2982353" w="4911060">
                <a:moveTo>
                  <a:pt x="0" y="0"/>
                </a:moveTo>
                <a:lnTo>
                  <a:pt x="4911061" y="0"/>
                </a:lnTo>
                <a:lnTo>
                  <a:pt x="4911061" y="2982353"/>
                </a:lnTo>
                <a:lnTo>
                  <a:pt x="0" y="29823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2147485" y="4215776"/>
            <a:ext cx="10560805" cy="2016025"/>
          </a:xfrm>
          <a:prstGeom prst="rect">
            <a:avLst/>
          </a:prstGeom>
        </p:spPr>
        <p:txBody>
          <a:bodyPr anchor="t" rtlCol="false" tIns="0" lIns="0" bIns="0" rIns="0">
            <a:spAutoFit/>
          </a:bodyPr>
          <a:lstStyle/>
          <a:p>
            <a:pPr algn="l">
              <a:lnSpc>
                <a:spcPts val="16455"/>
              </a:lnSpc>
              <a:spcBef>
                <a:spcPct val="0"/>
              </a:spcBef>
            </a:pPr>
            <a:r>
              <a:rPr lang="en-US" sz="11753">
                <a:solidFill>
                  <a:srgbClr val="FFFFFF"/>
                </a:solidFill>
                <a:latin typeface="Pattanakarn"/>
                <a:ea typeface="Pattanakarn"/>
                <a:cs typeface="Pattanakarn"/>
                <a:sym typeface="Pattanakarn"/>
              </a:rPr>
              <a:t>THANK YOU</a:t>
            </a:r>
          </a:p>
        </p:txBody>
      </p:sp>
      <p:sp>
        <p:nvSpPr>
          <p:cNvPr name="AutoShape 27" id="27"/>
          <p:cNvSpPr/>
          <p:nvPr/>
        </p:nvSpPr>
        <p:spPr>
          <a:xfrm>
            <a:off x="2147485" y="3790950"/>
            <a:ext cx="4138674" cy="0"/>
          </a:xfrm>
          <a:prstGeom prst="line">
            <a:avLst/>
          </a:prstGeom>
          <a:ln cap="flat" w="19050">
            <a:solidFill>
              <a:srgbClr val="96FF00"/>
            </a:solidFill>
            <a:prstDash val="solid"/>
            <a:headEnd type="none" len="sm" w="sm"/>
            <a:tailEnd type="none" len="sm" w="sm"/>
          </a:ln>
        </p:spPr>
      </p:sp>
      <p:sp>
        <p:nvSpPr>
          <p:cNvPr name="TextBox 28" id="28"/>
          <p:cNvSpPr txBox="true"/>
          <p:nvPr/>
        </p:nvSpPr>
        <p:spPr>
          <a:xfrm rot="0">
            <a:off x="2147485" y="6946826"/>
            <a:ext cx="5125663" cy="826174"/>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DAGr6LMfdvA</dc:identifier>
  <dcterms:modified xsi:type="dcterms:W3CDTF">2011-08-01T06:04:30Z</dcterms:modified>
  <cp:revision>1</cp:revision>
  <dc:title>Green Modern Technology Presentation</dc:title>
</cp:coreProperties>
</file>