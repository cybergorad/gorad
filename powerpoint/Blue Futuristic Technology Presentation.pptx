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ns" charset="1" panose="00000000000000000000"/>
      <p:regular r:id="rId16"/>
    </p:embeddedFont>
    <p:embeddedFont>
      <p:font typeface="TT Octosquares Compressed" charset="1" panose="02010001040000080307"/>
      <p:regular r:id="rId17"/>
    </p:embeddedFont>
    <p:embeddedFont>
      <p:font typeface="Open Sans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9.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jpeg" Type="http://schemas.openxmlformats.org/officeDocument/2006/relationships/image"/><Relationship Id="rId8" Target="../media/image15.jpe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7.jpeg" Type="http://schemas.openxmlformats.org/officeDocument/2006/relationships/image"/><Relationship Id="rId8" Target="../media/image18.jpeg" Type="http://schemas.openxmlformats.org/officeDocument/2006/relationships/image"/><Relationship Id="rId9" Target="../media/image1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jpe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0.jpeg" Type="http://schemas.openxmlformats.org/officeDocument/2006/relationships/image"/><Relationship Id="rId8" Target="../media/image21.jpeg" Type="http://schemas.openxmlformats.org/officeDocument/2006/relationships/image"/><Relationship Id="rId9" Target="../media/image2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31.png" Type="http://schemas.openxmlformats.org/officeDocument/2006/relationships/image"/><Relationship Id="rId17" Target="../media/image32.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4.jpe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43386"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0" id="10"/>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1" id="11"/>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2" id="12"/>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3" id="13"/>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4" id="14"/>
          <p:cNvSpPr txBox="true"/>
          <p:nvPr/>
        </p:nvSpPr>
        <p:spPr>
          <a:xfrm rot="0">
            <a:off x="4061681" y="3427420"/>
            <a:ext cx="10164638" cy="3089259"/>
          </a:xfrm>
          <a:prstGeom prst="rect">
            <a:avLst/>
          </a:prstGeom>
        </p:spPr>
        <p:txBody>
          <a:bodyPr anchor="t" rtlCol="false" tIns="0" lIns="0" bIns="0" rIns="0">
            <a:spAutoFit/>
          </a:bodyPr>
          <a:lstStyle/>
          <a:p>
            <a:pPr algn="ctr">
              <a:lnSpc>
                <a:spcPts val="25296"/>
              </a:lnSpc>
              <a:spcBef>
                <a:spcPct val="0"/>
              </a:spcBef>
            </a:pPr>
            <a:r>
              <a:rPr lang="en-US" sz="18068">
                <a:solidFill>
                  <a:srgbClr val="FFFFFF"/>
                </a:solidFill>
                <a:latin typeface="TT Octosquares Compressed"/>
                <a:ea typeface="TT Octosquares Compressed"/>
                <a:cs typeface="TT Octosquares Compressed"/>
                <a:sym typeface="TT Octosquares Compressed"/>
              </a:rPr>
              <a:t>TECHNOLOGY</a:t>
            </a:r>
          </a:p>
        </p:txBody>
      </p:sp>
      <p:sp>
        <p:nvSpPr>
          <p:cNvPr name="Freeform 15" id="15"/>
          <p:cNvSpPr/>
          <p:nvPr/>
        </p:nvSpPr>
        <p:spPr>
          <a:xfrm flipH="false" flipV="false" rot="0">
            <a:off x="210552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9008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10800000">
            <a:off x="14226319"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10800000">
            <a:off x="15323726"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10800000">
            <a:off x="16268205"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86140" y="5369868"/>
            <a:ext cx="3310410" cy="4917132"/>
            <a:chOff x="0" y="0"/>
            <a:chExt cx="4275074" cy="6350000"/>
          </a:xfrm>
        </p:grpSpPr>
        <p:sp>
          <p:nvSpPr>
            <p:cNvPr name="Freeform 9" id="9"/>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solidFill>
              <a:srgbClr val="12F1FF"/>
            </a:solidFill>
            <a:ln w="12700">
              <a:solidFill>
                <a:srgbClr val="000000"/>
              </a:solidFill>
            </a:ln>
          </p:spPr>
        </p:sp>
      </p:grpSp>
      <p:grpSp>
        <p:nvGrpSpPr>
          <p:cNvPr name="Group 10" id="10"/>
          <p:cNvGrpSpPr/>
          <p:nvPr/>
        </p:nvGrpSpPr>
        <p:grpSpPr>
          <a:xfrm rot="0">
            <a:off x="5655741" y="0"/>
            <a:ext cx="3310410" cy="4917132"/>
            <a:chOff x="0" y="0"/>
            <a:chExt cx="4275074" cy="6350000"/>
          </a:xfrm>
        </p:grpSpPr>
        <p:sp>
          <p:nvSpPr>
            <p:cNvPr name="Freeform 11" id="11"/>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solidFill>
              <a:srgbClr val="12F1FF"/>
            </a:solidFill>
            <a:ln w="12700">
              <a:solidFill>
                <a:srgbClr val="000000"/>
              </a:solidFill>
            </a:ln>
          </p:spPr>
        </p:sp>
      </p:grpSp>
      <p:grpSp>
        <p:nvGrpSpPr>
          <p:cNvPr name="Group 12" id="12"/>
          <p:cNvGrpSpPr/>
          <p:nvPr/>
        </p:nvGrpSpPr>
        <p:grpSpPr>
          <a:xfrm rot="0">
            <a:off x="1681488" y="0"/>
            <a:ext cx="6925620" cy="10287000"/>
            <a:chOff x="0" y="0"/>
            <a:chExt cx="4275074" cy="6350000"/>
          </a:xfrm>
        </p:grpSpPr>
        <p:sp>
          <p:nvSpPr>
            <p:cNvPr name="Freeform 13" id="13"/>
            <p:cNvSpPr/>
            <p:nvPr/>
          </p:nvSpPr>
          <p:spPr>
            <a:xfrm flipH="false" flipV="false" rot="0">
              <a:off x="0" y="0"/>
              <a:ext cx="4275074" cy="6350000"/>
            </a:xfrm>
            <a:custGeom>
              <a:avLst/>
              <a:gdLst/>
              <a:ahLst/>
              <a:cxnLst/>
              <a:rect r="r" b="b" t="t" l="l"/>
              <a:pathLst>
                <a:path h="6350000" w="4275074">
                  <a:moveTo>
                    <a:pt x="4275074" y="0"/>
                  </a:moveTo>
                  <a:lnTo>
                    <a:pt x="2736723" y="6350000"/>
                  </a:lnTo>
                  <a:lnTo>
                    <a:pt x="0" y="6350000"/>
                  </a:lnTo>
                  <a:lnTo>
                    <a:pt x="1520444" y="0"/>
                  </a:lnTo>
                  <a:lnTo>
                    <a:pt x="4275074" y="0"/>
                  </a:lnTo>
                  <a:close/>
                </a:path>
              </a:pathLst>
            </a:custGeom>
            <a:blipFill>
              <a:blip r:embed="rId7"/>
              <a:stretch>
                <a:fillRect l="-6609" t="0" r="-4791" b="0"/>
              </a:stretch>
            </a:blipFill>
          </p:spPr>
        </p:sp>
      </p:grpSp>
      <p:sp>
        <p:nvSpPr>
          <p:cNvPr name="TextBox 14" id="14"/>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9" id="19"/>
          <p:cNvSpPr txBox="true"/>
          <p:nvPr/>
        </p:nvSpPr>
        <p:spPr>
          <a:xfrm rot="0">
            <a:off x="10549877" y="2632193"/>
            <a:ext cx="4770406"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ABOUT US</a:t>
            </a:r>
          </a:p>
        </p:txBody>
      </p:sp>
      <p:sp>
        <p:nvSpPr>
          <p:cNvPr name="Freeform 20" id="20"/>
          <p:cNvSpPr/>
          <p:nvPr/>
        </p:nvSpPr>
        <p:spPr>
          <a:xfrm flipH="false" flipV="false" rot="0">
            <a:off x="10549877" y="2247308"/>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1014997" y="2247308"/>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1480118" y="2247308"/>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0549877" y="4787738"/>
            <a:ext cx="5248449"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a:t>
            </a:r>
          </a:p>
        </p:txBody>
      </p:sp>
      <p:sp>
        <p:nvSpPr>
          <p:cNvPr name="TextBox 24" id="24"/>
          <p:cNvSpPr txBox="true"/>
          <p:nvPr/>
        </p:nvSpPr>
        <p:spPr>
          <a:xfrm rot="0">
            <a:off x="10549877" y="6794715"/>
            <a:ext cx="5248449"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362339" y="2914524"/>
            <a:ext cx="6509860" cy="2228976"/>
            <a:chOff x="0" y="0"/>
            <a:chExt cx="6350000" cy="2174240"/>
          </a:xfrm>
        </p:grpSpPr>
        <p:sp>
          <p:nvSpPr>
            <p:cNvPr name="Freeform 9" id="9"/>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solidFill>
              <a:srgbClr val="12F1FF"/>
            </a:solidFill>
            <a:ln w="12700">
              <a:solidFill>
                <a:srgbClr val="000000"/>
              </a:solidFill>
            </a:ln>
          </p:spPr>
        </p:sp>
      </p:grpSp>
      <p:grpSp>
        <p:nvGrpSpPr>
          <p:cNvPr name="Group 10" id="10"/>
          <p:cNvGrpSpPr/>
          <p:nvPr/>
        </p:nvGrpSpPr>
        <p:grpSpPr>
          <a:xfrm rot="0">
            <a:off x="7189484" y="1028700"/>
            <a:ext cx="11098516" cy="3800132"/>
            <a:chOff x="0" y="0"/>
            <a:chExt cx="6350000" cy="2174240"/>
          </a:xfrm>
        </p:grpSpPr>
        <p:sp>
          <p:nvSpPr>
            <p:cNvPr name="Freeform 11" id="11"/>
            <p:cNvSpPr/>
            <p:nvPr/>
          </p:nvSpPr>
          <p:spPr>
            <a:xfrm flipH="false" flipV="false" rot="0">
              <a:off x="0" y="0"/>
              <a:ext cx="6350000" cy="2174240"/>
            </a:xfrm>
            <a:custGeom>
              <a:avLst/>
              <a:gdLst/>
              <a:ahLst/>
              <a:cxnLst/>
              <a:rect r="r" b="b" t="t" l="l"/>
              <a:pathLst>
                <a:path h="2174240" w="6350000">
                  <a:moveTo>
                    <a:pt x="6350000" y="0"/>
                  </a:moveTo>
                  <a:lnTo>
                    <a:pt x="6350000" y="2174240"/>
                  </a:lnTo>
                  <a:lnTo>
                    <a:pt x="647700" y="2174240"/>
                  </a:lnTo>
                  <a:lnTo>
                    <a:pt x="0" y="0"/>
                  </a:lnTo>
                  <a:close/>
                </a:path>
              </a:pathLst>
            </a:custGeom>
            <a:blipFill>
              <a:blip r:embed="rId7"/>
              <a:stretch>
                <a:fillRect l="0" t="-42321" r="0" b="-52260"/>
              </a:stretch>
            </a:blipFill>
          </p:spPr>
        </p:sp>
      </p:grpSp>
      <p:sp>
        <p:nvSpPr>
          <p:cNvPr name="TextBox 12" id="12"/>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4" id="14"/>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5" id="15"/>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6" id="16"/>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7" id="17"/>
          <p:cNvSpPr txBox="true"/>
          <p:nvPr/>
        </p:nvSpPr>
        <p:spPr>
          <a:xfrm rot="0">
            <a:off x="1850798" y="3079456"/>
            <a:ext cx="4770406" cy="2289856"/>
          </a:xfrm>
          <a:prstGeom prst="rect">
            <a:avLst/>
          </a:prstGeom>
        </p:spPr>
        <p:txBody>
          <a:bodyPr anchor="t" rtlCol="false" tIns="0" lIns="0" bIns="0" rIns="0">
            <a:spAutoFit/>
          </a:bodyPr>
          <a:lstStyle/>
          <a:p>
            <a:pPr algn="l">
              <a:lnSpc>
                <a:spcPts val="8817"/>
              </a:lnSpc>
            </a:pPr>
            <a:r>
              <a:rPr lang="en-US" sz="8560">
                <a:solidFill>
                  <a:srgbClr val="FFFFFF"/>
                </a:solidFill>
                <a:latin typeface="TT Octosquares Compressed"/>
                <a:ea typeface="TT Octosquares Compressed"/>
                <a:cs typeface="TT Octosquares Compressed"/>
                <a:sym typeface="TT Octosquares Compressed"/>
              </a:rPr>
              <a:t>ABOUT TECHNOLOGY</a:t>
            </a:r>
          </a:p>
        </p:txBody>
      </p:sp>
      <p:sp>
        <p:nvSpPr>
          <p:cNvPr name="Freeform 18" id="18"/>
          <p:cNvSpPr/>
          <p:nvPr/>
        </p:nvSpPr>
        <p:spPr>
          <a:xfrm flipH="false" flipV="false" rot="0">
            <a:off x="1850798" y="2399296"/>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31591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2781038" y="239929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1850798" y="6751024"/>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2924118" y="6731974"/>
            <a:ext cx="2980687"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25" id="25"/>
          <p:cNvSpPr txBox="true"/>
          <p:nvPr/>
        </p:nvSpPr>
        <p:spPr>
          <a:xfrm rot="0">
            <a:off x="1941618" y="692702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01</a:t>
            </a:r>
          </a:p>
        </p:txBody>
      </p:sp>
      <p:grpSp>
        <p:nvGrpSpPr>
          <p:cNvPr name="Group 26" id="26"/>
          <p:cNvGrpSpPr/>
          <p:nvPr/>
        </p:nvGrpSpPr>
        <p:grpSpPr>
          <a:xfrm rot="0">
            <a:off x="7085906" y="6751024"/>
            <a:ext cx="677751" cy="67775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9" id="29"/>
          <p:cNvSpPr txBox="true"/>
          <p:nvPr/>
        </p:nvSpPr>
        <p:spPr>
          <a:xfrm rot="0">
            <a:off x="8159226" y="6731974"/>
            <a:ext cx="2976099"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30" id="30"/>
          <p:cNvSpPr txBox="true"/>
          <p:nvPr/>
        </p:nvSpPr>
        <p:spPr>
          <a:xfrm rot="0">
            <a:off x="7176726" y="692702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02</a:t>
            </a:r>
          </a:p>
        </p:txBody>
      </p:sp>
      <p:grpSp>
        <p:nvGrpSpPr>
          <p:cNvPr name="Group 31" id="31"/>
          <p:cNvGrpSpPr/>
          <p:nvPr/>
        </p:nvGrpSpPr>
        <p:grpSpPr>
          <a:xfrm rot="0">
            <a:off x="12321014" y="6751024"/>
            <a:ext cx="677751" cy="67775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4" id="34"/>
          <p:cNvSpPr txBox="true"/>
          <p:nvPr/>
        </p:nvSpPr>
        <p:spPr>
          <a:xfrm rot="0">
            <a:off x="13394334" y="6731974"/>
            <a:ext cx="2905621"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a:t>
            </a:r>
          </a:p>
        </p:txBody>
      </p:sp>
      <p:sp>
        <p:nvSpPr>
          <p:cNvPr name="TextBox 35" id="35"/>
          <p:cNvSpPr txBox="true"/>
          <p:nvPr/>
        </p:nvSpPr>
        <p:spPr>
          <a:xfrm rot="0">
            <a:off x="12411834" y="692702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711290" y="5414150"/>
            <a:ext cx="5152168" cy="4882375"/>
            <a:chOff x="0" y="0"/>
            <a:chExt cx="6353786" cy="6021070"/>
          </a:xfrm>
        </p:grpSpPr>
        <p:sp>
          <p:nvSpPr>
            <p:cNvPr name="Freeform 6" id="6"/>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7"/>
              <a:stretch>
                <a:fillRect l="-38568" t="0" r="-3665" b="0"/>
              </a:stretch>
            </a:blipFill>
          </p:spPr>
        </p:sp>
      </p:grpSp>
      <p:grpSp>
        <p:nvGrpSpPr>
          <p:cNvPr name="Group 7" id="7"/>
          <p:cNvGrpSpPr/>
          <p:nvPr/>
        </p:nvGrpSpPr>
        <p:grpSpPr>
          <a:xfrm rot="0">
            <a:off x="4141514" y="5414150"/>
            <a:ext cx="5152168" cy="4882375"/>
            <a:chOff x="0" y="0"/>
            <a:chExt cx="6353786" cy="6021070"/>
          </a:xfrm>
        </p:grpSpPr>
        <p:sp>
          <p:nvSpPr>
            <p:cNvPr name="Freeform 8" id="8"/>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8"/>
              <a:stretch>
                <a:fillRect l="0" t="-29193" r="0" b="-29193"/>
              </a:stretch>
            </a:blipFill>
          </p:spPr>
        </p:sp>
      </p:grpSp>
      <p:grpSp>
        <p:nvGrpSpPr>
          <p:cNvPr name="Group 9" id="9"/>
          <p:cNvGrpSpPr/>
          <p:nvPr/>
        </p:nvGrpSpPr>
        <p:grpSpPr>
          <a:xfrm rot="0">
            <a:off x="8994318" y="5414150"/>
            <a:ext cx="5152168" cy="4882375"/>
            <a:chOff x="0" y="0"/>
            <a:chExt cx="6353786" cy="6021070"/>
          </a:xfrm>
        </p:grpSpPr>
        <p:sp>
          <p:nvSpPr>
            <p:cNvPr name="Freeform 10" id="10"/>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9"/>
              <a:stretch>
                <a:fillRect l="-21117" t="0" r="-21117" b="0"/>
              </a:stretch>
            </a:blipFill>
          </p:spPr>
        </p:sp>
      </p:grpSp>
      <p:grpSp>
        <p:nvGrpSpPr>
          <p:cNvPr name="Group 11" id="11"/>
          <p:cNvGrpSpPr/>
          <p:nvPr/>
        </p:nvGrpSpPr>
        <p:grpSpPr>
          <a:xfrm rot="0">
            <a:off x="13847121" y="5414150"/>
            <a:ext cx="5152168" cy="4882375"/>
            <a:chOff x="0" y="0"/>
            <a:chExt cx="6353786" cy="6021070"/>
          </a:xfrm>
        </p:grpSpPr>
        <p:sp>
          <p:nvSpPr>
            <p:cNvPr name="Freeform 12" id="12"/>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10"/>
              <a:stretch>
                <a:fillRect l="-21117" t="0" r="-21117" b="0"/>
              </a:stretch>
            </a:blipFill>
          </p:spPr>
        </p:sp>
      </p:grpSp>
      <p:grpSp>
        <p:nvGrpSpPr>
          <p:cNvPr name="Group 13" id="13"/>
          <p:cNvGrpSpPr/>
          <p:nvPr/>
        </p:nvGrpSpPr>
        <p:grpSpPr>
          <a:xfrm rot="-5400000">
            <a:off x="17631481" y="8597471"/>
            <a:ext cx="924223" cy="397435"/>
            <a:chOff x="0" y="0"/>
            <a:chExt cx="1347239" cy="579341"/>
          </a:xfrm>
        </p:grpSpPr>
        <p:sp>
          <p:nvSpPr>
            <p:cNvPr name="Freeform 14" id="14"/>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15" id="15"/>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7" id="17"/>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8" id="18"/>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9" id="19"/>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0" id="20"/>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21" id="21"/>
          <p:cNvSpPr txBox="true"/>
          <p:nvPr/>
        </p:nvSpPr>
        <p:spPr>
          <a:xfrm rot="0">
            <a:off x="2055675" y="2502410"/>
            <a:ext cx="5630748"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OUR PROJECT</a:t>
            </a:r>
          </a:p>
        </p:txBody>
      </p:sp>
      <p:sp>
        <p:nvSpPr>
          <p:cNvPr name="Freeform 22" id="22"/>
          <p:cNvSpPr/>
          <p:nvPr/>
        </p:nvSpPr>
        <p:spPr>
          <a:xfrm flipH="false" flipV="false" rot="0">
            <a:off x="2055675" y="21175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0">
            <a:off x="2520796" y="2117525"/>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4" id="24"/>
          <p:cNvSpPr/>
          <p:nvPr/>
        </p:nvSpPr>
        <p:spPr>
          <a:xfrm flipH="false" flipV="false" rot="0">
            <a:off x="2985916" y="21175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5" id="25"/>
          <p:cNvSpPr txBox="true"/>
          <p:nvPr/>
        </p:nvSpPr>
        <p:spPr>
          <a:xfrm rot="0">
            <a:off x="8787526" y="2811524"/>
            <a:ext cx="7301768" cy="1035576"/>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0" y="1028700"/>
            <a:ext cx="3953331" cy="9258300"/>
            <a:chOff x="0" y="0"/>
            <a:chExt cx="2711475" cy="6350000"/>
          </a:xfrm>
        </p:grpSpPr>
        <p:sp>
          <p:nvSpPr>
            <p:cNvPr name="Freeform 9" id="9"/>
            <p:cNvSpPr/>
            <p:nvPr/>
          </p:nvSpPr>
          <p:spPr>
            <a:xfrm flipH="false" flipV="false" rot="0">
              <a:off x="0" y="0"/>
              <a:ext cx="2711475" cy="6350000"/>
            </a:xfrm>
            <a:custGeom>
              <a:avLst/>
              <a:gdLst/>
              <a:ahLst/>
              <a:cxnLst/>
              <a:rect r="r" b="b" t="t" l="l"/>
              <a:pathLst>
                <a:path h="6350000" w="2711475">
                  <a:moveTo>
                    <a:pt x="2711475" y="1169060"/>
                  </a:moveTo>
                  <a:cubicBezTo>
                    <a:pt x="2711475" y="3034449"/>
                    <a:pt x="2711475" y="4484599"/>
                    <a:pt x="2711475" y="6350000"/>
                  </a:cubicBezTo>
                  <a:lnTo>
                    <a:pt x="0" y="6350000"/>
                  </a:lnTo>
                  <a:lnTo>
                    <a:pt x="0" y="1533195"/>
                  </a:lnTo>
                  <a:cubicBezTo>
                    <a:pt x="0" y="1022134"/>
                    <a:pt x="0" y="511061"/>
                    <a:pt x="0" y="0"/>
                  </a:cubicBezTo>
                  <a:lnTo>
                    <a:pt x="1146746" y="0"/>
                  </a:lnTo>
                  <a:cubicBezTo>
                    <a:pt x="1668323" y="389687"/>
                    <a:pt x="2189899" y="779374"/>
                    <a:pt x="2711475" y="1169060"/>
                  </a:cubicBezTo>
                  <a:close/>
                </a:path>
              </a:pathLst>
            </a:custGeom>
            <a:blipFill>
              <a:blip r:embed="rId7"/>
              <a:stretch>
                <a:fillRect l="-14744" t="0" r="-41284" b="0"/>
              </a:stretch>
            </a:blipFill>
          </p:spPr>
        </p:sp>
      </p:grpSp>
      <p:grpSp>
        <p:nvGrpSpPr>
          <p:cNvPr name="Group 10" id="10"/>
          <p:cNvGrpSpPr/>
          <p:nvPr/>
        </p:nvGrpSpPr>
        <p:grpSpPr>
          <a:xfrm rot="0">
            <a:off x="6474477" y="6487174"/>
            <a:ext cx="2669523" cy="3799826"/>
            <a:chOff x="0" y="0"/>
            <a:chExt cx="703084" cy="1000777"/>
          </a:xfrm>
        </p:grpSpPr>
        <p:sp>
          <p:nvSpPr>
            <p:cNvPr name="Freeform 11" id="11"/>
            <p:cNvSpPr/>
            <p:nvPr/>
          </p:nvSpPr>
          <p:spPr>
            <a:xfrm flipH="false" flipV="false" rot="0">
              <a:off x="0" y="0"/>
              <a:ext cx="703084" cy="1000777"/>
            </a:xfrm>
            <a:custGeom>
              <a:avLst/>
              <a:gdLst/>
              <a:ahLst/>
              <a:cxnLst/>
              <a:rect r="r" b="b" t="t" l="l"/>
              <a:pathLst>
                <a:path h="1000777" w="703084">
                  <a:moveTo>
                    <a:pt x="0" y="0"/>
                  </a:moveTo>
                  <a:lnTo>
                    <a:pt x="703084" y="0"/>
                  </a:lnTo>
                  <a:lnTo>
                    <a:pt x="703084" y="1000777"/>
                  </a:lnTo>
                  <a:lnTo>
                    <a:pt x="0" y="1000777"/>
                  </a:lnTo>
                  <a:close/>
                </a:path>
              </a:pathLst>
            </a:custGeom>
            <a:solidFill>
              <a:srgbClr val="12F1FF"/>
            </a:solidFill>
          </p:spPr>
        </p:sp>
        <p:sp>
          <p:nvSpPr>
            <p:cNvPr name="TextBox 12" id="12"/>
            <p:cNvSpPr txBox="true"/>
            <p:nvPr/>
          </p:nvSpPr>
          <p:spPr>
            <a:xfrm>
              <a:off x="0" y="-38100"/>
              <a:ext cx="703084" cy="103887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140213" y="2687348"/>
            <a:ext cx="4668528" cy="7599652"/>
            <a:chOff x="0" y="0"/>
            <a:chExt cx="3202008" cy="5212381"/>
          </a:xfrm>
        </p:grpSpPr>
        <p:sp>
          <p:nvSpPr>
            <p:cNvPr name="Freeform 14" id="14"/>
            <p:cNvSpPr/>
            <p:nvPr/>
          </p:nvSpPr>
          <p:spPr>
            <a:xfrm flipH="false" flipV="false" rot="0">
              <a:off x="0" y="0"/>
              <a:ext cx="3202008" cy="5212381"/>
            </a:xfrm>
            <a:custGeom>
              <a:avLst/>
              <a:gdLst/>
              <a:ahLst/>
              <a:cxnLst/>
              <a:rect r="r" b="b" t="t" l="l"/>
              <a:pathLst>
                <a:path h="5212381" w="3202008">
                  <a:moveTo>
                    <a:pt x="3202008" y="959620"/>
                  </a:moveTo>
                  <a:cubicBezTo>
                    <a:pt x="3202008" y="2490820"/>
                    <a:pt x="3202008" y="3681171"/>
                    <a:pt x="3202008" y="5212381"/>
                  </a:cubicBezTo>
                  <a:lnTo>
                    <a:pt x="0" y="5212381"/>
                  </a:lnTo>
                  <a:lnTo>
                    <a:pt x="0" y="1258519"/>
                  </a:lnTo>
                  <a:cubicBezTo>
                    <a:pt x="0" y="839016"/>
                    <a:pt x="0" y="419503"/>
                    <a:pt x="0" y="0"/>
                  </a:cubicBezTo>
                  <a:lnTo>
                    <a:pt x="1354204" y="0"/>
                  </a:lnTo>
                  <a:cubicBezTo>
                    <a:pt x="1970139" y="319873"/>
                    <a:pt x="2586074" y="639747"/>
                    <a:pt x="3202008" y="959620"/>
                  </a:cubicBezTo>
                  <a:close/>
                </a:path>
              </a:pathLst>
            </a:custGeom>
            <a:blipFill>
              <a:blip r:embed="rId8"/>
              <a:stretch>
                <a:fillRect l="-5393" t="0" r="-3061" b="0"/>
              </a:stretch>
            </a:blipFill>
          </p:spPr>
        </p:sp>
      </p:grpSp>
      <p:sp>
        <p:nvSpPr>
          <p:cNvPr name="TextBox 15" id="15"/>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6" id="16"/>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7" id="17"/>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8" id="18"/>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9" id="19"/>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20" id="20"/>
          <p:cNvSpPr txBox="true"/>
          <p:nvPr/>
        </p:nvSpPr>
        <p:spPr>
          <a:xfrm rot="0">
            <a:off x="10668341" y="2694503"/>
            <a:ext cx="5630748"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OUR VISION</a:t>
            </a:r>
          </a:p>
        </p:txBody>
      </p:sp>
      <p:sp>
        <p:nvSpPr>
          <p:cNvPr name="Freeform 21" id="21"/>
          <p:cNvSpPr/>
          <p:nvPr/>
        </p:nvSpPr>
        <p:spPr>
          <a:xfrm flipH="false" flipV="false" rot="0">
            <a:off x="10668341"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2" id="22"/>
          <p:cNvSpPr/>
          <p:nvPr/>
        </p:nvSpPr>
        <p:spPr>
          <a:xfrm flipH="false" flipV="false" rot="0">
            <a:off x="11133462"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1598582" y="2309619"/>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4" id="24"/>
          <p:cNvGrpSpPr/>
          <p:nvPr/>
        </p:nvGrpSpPr>
        <p:grpSpPr>
          <a:xfrm rot="0">
            <a:off x="10668341" y="4808941"/>
            <a:ext cx="677751" cy="67775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6" id="26"/>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7" id="27"/>
          <p:cNvSpPr txBox="true"/>
          <p:nvPr/>
        </p:nvSpPr>
        <p:spPr>
          <a:xfrm rot="0">
            <a:off x="11741662" y="4737518"/>
            <a:ext cx="4557428"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a:t>
            </a:r>
          </a:p>
        </p:txBody>
      </p:sp>
      <p:sp>
        <p:nvSpPr>
          <p:cNvPr name="TextBox 28" id="28"/>
          <p:cNvSpPr txBox="true"/>
          <p:nvPr/>
        </p:nvSpPr>
        <p:spPr>
          <a:xfrm rot="0">
            <a:off x="10759162" y="4984939"/>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01</a:t>
            </a:r>
          </a:p>
        </p:txBody>
      </p:sp>
      <p:grpSp>
        <p:nvGrpSpPr>
          <p:cNvPr name="Group 29" id="29"/>
          <p:cNvGrpSpPr/>
          <p:nvPr/>
        </p:nvGrpSpPr>
        <p:grpSpPr>
          <a:xfrm rot="0">
            <a:off x="10668341" y="6803827"/>
            <a:ext cx="677751" cy="67775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2" id="32"/>
          <p:cNvSpPr txBox="true"/>
          <p:nvPr/>
        </p:nvSpPr>
        <p:spPr>
          <a:xfrm rot="0">
            <a:off x="11741662" y="6732405"/>
            <a:ext cx="4557428"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a:t>
            </a:r>
            <a:r>
              <a:rPr lang="en-US" sz="1200">
                <a:solidFill>
                  <a:srgbClr val="FFFFFF"/>
                </a:solidFill>
                <a:latin typeface="Open Sans"/>
                <a:ea typeface="Open Sans"/>
                <a:cs typeface="Open Sans"/>
                <a:sym typeface="Open Sans"/>
              </a:rPr>
              <a:t> </a:t>
            </a:r>
          </a:p>
        </p:txBody>
      </p:sp>
      <p:sp>
        <p:nvSpPr>
          <p:cNvPr name="TextBox 33" id="33"/>
          <p:cNvSpPr txBox="true"/>
          <p:nvPr/>
        </p:nvSpPr>
        <p:spPr>
          <a:xfrm rot="0">
            <a:off x="10759162" y="6979825"/>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0420735" y="4902831"/>
            <a:ext cx="4700562" cy="4700562"/>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6350000" y="0"/>
                  </a:moveTo>
                  <a:lnTo>
                    <a:pt x="6350000" y="6350000"/>
                  </a:lnTo>
                  <a:lnTo>
                    <a:pt x="1224280" y="6350000"/>
                  </a:lnTo>
                  <a:lnTo>
                    <a:pt x="0" y="0"/>
                  </a:lnTo>
                  <a:close/>
                </a:path>
              </a:pathLst>
            </a:custGeom>
            <a:solidFill>
              <a:srgbClr val="12F1FF"/>
            </a:solidFill>
            <a:ln w="12700">
              <a:solidFill>
                <a:srgbClr val="000000"/>
              </a:solidFill>
            </a:ln>
          </p:spPr>
        </p:sp>
      </p:grpSp>
      <p:grpSp>
        <p:nvGrpSpPr>
          <p:cNvPr name="Group 7" id="7"/>
          <p:cNvGrpSpPr/>
          <p:nvPr/>
        </p:nvGrpSpPr>
        <p:grpSpPr>
          <a:xfrm rot="0">
            <a:off x="10062710" y="1028700"/>
            <a:ext cx="8229600" cy="8229600"/>
            <a:chOff x="0" y="0"/>
            <a:chExt cx="6350000" cy="6350000"/>
          </a:xfrm>
        </p:grpSpPr>
        <p:sp>
          <p:nvSpPr>
            <p:cNvPr name="Freeform 8" id="8"/>
            <p:cNvSpPr/>
            <p:nvPr/>
          </p:nvSpPr>
          <p:spPr>
            <a:xfrm flipH="true" flipV="false" rot="0">
              <a:off x="0" y="0"/>
              <a:ext cx="6350000" cy="6350000"/>
            </a:xfrm>
            <a:custGeom>
              <a:avLst/>
              <a:gdLst/>
              <a:ahLst/>
              <a:cxnLst/>
              <a:rect r="r" b="b" t="t" l="l"/>
              <a:pathLst>
                <a:path h="6350000" w="6350000">
                  <a:moveTo>
                    <a:pt x="0" y="0"/>
                  </a:moveTo>
                  <a:lnTo>
                    <a:pt x="0" y="6350000"/>
                  </a:lnTo>
                  <a:lnTo>
                    <a:pt x="5125720" y="6350000"/>
                  </a:lnTo>
                  <a:lnTo>
                    <a:pt x="6350000" y="0"/>
                  </a:lnTo>
                  <a:close/>
                </a:path>
              </a:pathLst>
            </a:custGeom>
            <a:blipFill>
              <a:blip r:embed="rId7"/>
              <a:stretch>
                <a:fillRect l="-24026" t="0" r="-26066" b="0"/>
              </a:stretch>
            </a:blipFill>
          </p:spPr>
        </p:sp>
      </p:grpSp>
      <p:grpSp>
        <p:nvGrpSpPr>
          <p:cNvPr name="Group 9" id="9"/>
          <p:cNvGrpSpPr/>
          <p:nvPr/>
        </p:nvGrpSpPr>
        <p:grpSpPr>
          <a:xfrm rot="-5400000">
            <a:off x="17631481" y="8597471"/>
            <a:ext cx="924223" cy="397435"/>
            <a:chOff x="0" y="0"/>
            <a:chExt cx="1347239" cy="579341"/>
          </a:xfrm>
        </p:grpSpPr>
        <p:sp>
          <p:nvSpPr>
            <p:cNvPr name="Freeform 10" id="10"/>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11" id="11"/>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4" id="14"/>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5" id="15"/>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6" id="16"/>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7" id="17"/>
          <p:cNvSpPr txBox="true"/>
          <p:nvPr/>
        </p:nvSpPr>
        <p:spPr>
          <a:xfrm rot="0">
            <a:off x="2110424" y="2513191"/>
            <a:ext cx="5630748"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OUR MISSION</a:t>
            </a:r>
          </a:p>
        </p:txBody>
      </p:sp>
      <p:sp>
        <p:nvSpPr>
          <p:cNvPr name="Freeform 18" id="18"/>
          <p:cNvSpPr/>
          <p:nvPr/>
        </p:nvSpPr>
        <p:spPr>
          <a:xfrm flipH="false" flipV="false" rot="0">
            <a:off x="211042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57554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3040664" y="2128306"/>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2110424" y="4639542"/>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3183744" y="4660506"/>
            <a:ext cx="5245590" cy="616773"/>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a:t>
            </a:r>
          </a:p>
        </p:txBody>
      </p:sp>
      <p:sp>
        <p:nvSpPr>
          <p:cNvPr name="TextBox 25" id="25"/>
          <p:cNvSpPr txBox="true"/>
          <p:nvPr/>
        </p:nvSpPr>
        <p:spPr>
          <a:xfrm rot="0">
            <a:off x="2201244" y="481554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01</a:t>
            </a:r>
          </a:p>
        </p:txBody>
      </p:sp>
      <p:grpSp>
        <p:nvGrpSpPr>
          <p:cNvPr name="Group 26" id="26"/>
          <p:cNvGrpSpPr/>
          <p:nvPr/>
        </p:nvGrpSpPr>
        <p:grpSpPr>
          <a:xfrm rot="0">
            <a:off x="2110424" y="6060243"/>
            <a:ext cx="677751" cy="67775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9" id="29"/>
          <p:cNvSpPr txBox="true"/>
          <p:nvPr/>
        </p:nvSpPr>
        <p:spPr>
          <a:xfrm rot="0">
            <a:off x="3183744" y="6081206"/>
            <a:ext cx="5245590" cy="616773"/>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a:t>
            </a:r>
          </a:p>
        </p:txBody>
      </p:sp>
      <p:sp>
        <p:nvSpPr>
          <p:cNvPr name="TextBox 30" id="30"/>
          <p:cNvSpPr txBox="true"/>
          <p:nvPr/>
        </p:nvSpPr>
        <p:spPr>
          <a:xfrm rot="0">
            <a:off x="2201244" y="6236240"/>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02</a:t>
            </a:r>
          </a:p>
        </p:txBody>
      </p:sp>
      <p:grpSp>
        <p:nvGrpSpPr>
          <p:cNvPr name="Group 31" id="31"/>
          <p:cNvGrpSpPr/>
          <p:nvPr/>
        </p:nvGrpSpPr>
        <p:grpSpPr>
          <a:xfrm rot="0">
            <a:off x="2110424" y="7480943"/>
            <a:ext cx="677751" cy="67775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F1FF"/>
            </a:solidFill>
          </p:spPr>
        </p:sp>
        <p:sp>
          <p:nvSpPr>
            <p:cNvPr name="TextBox 33" id="3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34" id="34"/>
          <p:cNvSpPr txBox="true"/>
          <p:nvPr/>
        </p:nvSpPr>
        <p:spPr>
          <a:xfrm rot="0">
            <a:off x="3183744" y="7501907"/>
            <a:ext cx="5245590" cy="616773"/>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a:t>
            </a:r>
          </a:p>
        </p:txBody>
      </p:sp>
      <p:sp>
        <p:nvSpPr>
          <p:cNvPr name="TextBox 35" id="35"/>
          <p:cNvSpPr txBox="true"/>
          <p:nvPr/>
        </p:nvSpPr>
        <p:spPr>
          <a:xfrm rot="0">
            <a:off x="2201244" y="765694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0B081D"/>
                </a:solidFill>
                <a:latin typeface="Open Sans Bold"/>
                <a:ea typeface="Open Sans Bold"/>
                <a:cs typeface="Open Sans Bold"/>
                <a:sym typeface="Open Sans Bold"/>
              </a:rPr>
              <a:t>03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9" id="9"/>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0" id="10"/>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1" id="11"/>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2" id="12"/>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grpSp>
        <p:nvGrpSpPr>
          <p:cNvPr name="Group 13" id="13"/>
          <p:cNvGrpSpPr/>
          <p:nvPr/>
        </p:nvGrpSpPr>
        <p:grpSpPr>
          <a:xfrm rot="0">
            <a:off x="1028700" y="4375925"/>
            <a:ext cx="5152168" cy="4882375"/>
            <a:chOff x="0" y="0"/>
            <a:chExt cx="6353786" cy="6021070"/>
          </a:xfrm>
        </p:grpSpPr>
        <p:sp>
          <p:nvSpPr>
            <p:cNvPr name="Freeform 14" id="14"/>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7"/>
              <a:stretch>
                <a:fillRect l="0" t="0" r="-41967" b="0"/>
              </a:stretch>
            </a:blipFill>
          </p:spPr>
        </p:sp>
      </p:grpSp>
      <p:grpSp>
        <p:nvGrpSpPr>
          <p:cNvPr name="Group 15" id="15"/>
          <p:cNvGrpSpPr/>
          <p:nvPr/>
        </p:nvGrpSpPr>
        <p:grpSpPr>
          <a:xfrm rot="0">
            <a:off x="6567916" y="2702313"/>
            <a:ext cx="5152168" cy="4882375"/>
            <a:chOff x="0" y="0"/>
            <a:chExt cx="6353786" cy="6021070"/>
          </a:xfrm>
        </p:grpSpPr>
        <p:sp>
          <p:nvSpPr>
            <p:cNvPr name="Freeform 16" id="16"/>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8"/>
              <a:stretch>
                <a:fillRect l="-25597" t="0" r="-16636" b="0"/>
              </a:stretch>
            </a:blipFill>
          </p:spPr>
        </p:sp>
      </p:grpSp>
      <p:grpSp>
        <p:nvGrpSpPr>
          <p:cNvPr name="Group 17" id="17"/>
          <p:cNvGrpSpPr/>
          <p:nvPr/>
        </p:nvGrpSpPr>
        <p:grpSpPr>
          <a:xfrm rot="0">
            <a:off x="12107132" y="1028700"/>
            <a:ext cx="5152168" cy="4882375"/>
            <a:chOff x="0" y="0"/>
            <a:chExt cx="6353786" cy="6021070"/>
          </a:xfrm>
        </p:grpSpPr>
        <p:sp>
          <p:nvSpPr>
            <p:cNvPr name="Freeform 18" id="18"/>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9"/>
              <a:stretch>
                <a:fillRect l="0" t="0" r="-42234" b="0"/>
              </a:stretch>
            </a:blipFill>
          </p:spPr>
        </p:sp>
      </p:grpSp>
      <p:sp>
        <p:nvSpPr>
          <p:cNvPr name="TextBox 19" id="19"/>
          <p:cNvSpPr txBox="true"/>
          <p:nvPr/>
        </p:nvSpPr>
        <p:spPr>
          <a:xfrm rot="0">
            <a:off x="1822649" y="2244600"/>
            <a:ext cx="4499380"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PORTFOLIO</a:t>
            </a:r>
          </a:p>
        </p:txBody>
      </p:sp>
      <p:sp>
        <p:nvSpPr>
          <p:cNvPr name="Freeform 20" id="20"/>
          <p:cNvSpPr/>
          <p:nvPr/>
        </p:nvSpPr>
        <p:spPr>
          <a:xfrm flipH="false" flipV="false" rot="0">
            <a:off x="1822649"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228777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2752890" y="1859716"/>
            <a:ext cx="355359" cy="556335"/>
          </a:xfrm>
          <a:custGeom>
            <a:avLst/>
            <a:gdLst/>
            <a:ahLst/>
            <a:cxnLst/>
            <a:rect r="r" b="b" t="t" l="l"/>
            <a:pathLst>
              <a:path h="556335" w="355359">
                <a:moveTo>
                  <a:pt x="0" y="0"/>
                </a:moveTo>
                <a:lnTo>
                  <a:pt x="355359" y="0"/>
                </a:lnTo>
                <a:lnTo>
                  <a:pt x="355359" y="556334"/>
                </a:lnTo>
                <a:lnTo>
                  <a:pt x="0" y="5563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12423286" y="7079575"/>
            <a:ext cx="4020105" cy="1244977"/>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894451" y="3864119"/>
            <a:ext cx="1877491" cy="1593706"/>
            <a:chOff x="0" y="0"/>
            <a:chExt cx="6353786" cy="5393404"/>
          </a:xfrm>
        </p:grpSpPr>
        <p:sp>
          <p:nvSpPr>
            <p:cNvPr name="Freeform 9" id="9"/>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12F1FF"/>
            </a:solidFill>
            <a:ln w="12700">
              <a:solidFill>
                <a:srgbClr val="000000"/>
              </a:solidFill>
            </a:ln>
          </p:spPr>
        </p:sp>
      </p:grpSp>
      <p:grpSp>
        <p:nvGrpSpPr>
          <p:cNvPr name="Group 10" id="10"/>
          <p:cNvGrpSpPr/>
          <p:nvPr/>
        </p:nvGrpSpPr>
        <p:grpSpPr>
          <a:xfrm rot="0">
            <a:off x="1894451" y="4012917"/>
            <a:ext cx="3049503" cy="2889816"/>
            <a:chOff x="0" y="0"/>
            <a:chExt cx="6353786" cy="6021070"/>
          </a:xfrm>
        </p:grpSpPr>
        <p:sp>
          <p:nvSpPr>
            <p:cNvPr name="Freeform 11" id="11"/>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7"/>
              <a:stretch>
                <a:fillRect l="0" t="0" r="-42769" b="0"/>
              </a:stretch>
            </a:blipFill>
          </p:spPr>
        </p:sp>
      </p:grpSp>
      <p:sp>
        <p:nvSpPr>
          <p:cNvPr name="TextBox 12" id="12"/>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4" id="14"/>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5" id="15"/>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6" id="16"/>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7" id="17"/>
          <p:cNvSpPr txBox="true"/>
          <p:nvPr/>
        </p:nvSpPr>
        <p:spPr>
          <a:xfrm rot="0">
            <a:off x="2051442" y="7222729"/>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12F1FF"/>
                </a:solidFill>
                <a:latin typeface="Open Sans Bold"/>
                <a:ea typeface="Open Sans Bold"/>
                <a:cs typeface="Open Sans Bold"/>
                <a:sym typeface="Open Sans Bold"/>
              </a:rPr>
              <a:t>Alfredo Torres</a:t>
            </a:r>
          </a:p>
        </p:txBody>
      </p:sp>
      <p:sp>
        <p:nvSpPr>
          <p:cNvPr name="TextBox 18" id="18"/>
          <p:cNvSpPr txBox="true"/>
          <p:nvPr/>
        </p:nvSpPr>
        <p:spPr>
          <a:xfrm rot="0">
            <a:off x="1894451" y="7701444"/>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19" id="19"/>
          <p:cNvSpPr txBox="true"/>
          <p:nvPr/>
        </p:nvSpPr>
        <p:spPr>
          <a:xfrm rot="0">
            <a:off x="5867974" y="7222729"/>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12F1FF"/>
                </a:solidFill>
                <a:latin typeface="Open Sans Bold"/>
                <a:ea typeface="Open Sans Bold"/>
                <a:cs typeface="Open Sans Bold"/>
                <a:sym typeface="Open Sans Bold"/>
              </a:rPr>
              <a:t>Bailey Dupont</a:t>
            </a:r>
          </a:p>
        </p:txBody>
      </p:sp>
      <p:sp>
        <p:nvSpPr>
          <p:cNvPr name="TextBox 20" id="20"/>
          <p:cNvSpPr txBox="true"/>
          <p:nvPr/>
        </p:nvSpPr>
        <p:spPr>
          <a:xfrm rot="0">
            <a:off x="5710983" y="7701444"/>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21" id="21"/>
          <p:cNvSpPr txBox="true"/>
          <p:nvPr/>
        </p:nvSpPr>
        <p:spPr>
          <a:xfrm rot="0">
            <a:off x="9684506" y="7222729"/>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12F1FF"/>
                </a:solidFill>
                <a:latin typeface="Open Sans Bold"/>
                <a:ea typeface="Open Sans Bold"/>
                <a:cs typeface="Open Sans Bold"/>
                <a:sym typeface="Open Sans Bold"/>
              </a:rPr>
              <a:t>Daniel Gallego</a:t>
            </a:r>
          </a:p>
        </p:txBody>
      </p:sp>
      <p:sp>
        <p:nvSpPr>
          <p:cNvPr name="TextBox 22" id="22"/>
          <p:cNvSpPr txBox="true"/>
          <p:nvPr/>
        </p:nvSpPr>
        <p:spPr>
          <a:xfrm rot="0">
            <a:off x="9527514" y="7701444"/>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sp>
        <p:nvSpPr>
          <p:cNvPr name="TextBox 23" id="23"/>
          <p:cNvSpPr txBox="true"/>
          <p:nvPr/>
        </p:nvSpPr>
        <p:spPr>
          <a:xfrm rot="0">
            <a:off x="13501037" y="7222729"/>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12F1FF"/>
                </a:solidFill>
                <a:latin typeface="Open Sans Bold"/>
                <a:ea typeface="Open Sans Bold"/>
                <a:cs typeface="Open Sans Bold"/>
                <a:sym typeface="Open Sans Bold"/>
              </a:rPr>
              <a:t>Adeline Palmerston</a:t>
            </a:r>
          </a:p>
        </p:txBody>
      </p:sp>
      <p:sp>
        <p:nvSpPr>
          <p:cNvPr name="TextBox 24" id="24"/>
          <p:cNvSpPr txBox="true"/>
          <p:nvPr/>
        </p:nvSpPr>
        <p:spPr>
          <a:xfrm rot="0">
            <a:off x="13344046" y="7701444"/>
            <a:ext cx="3049503" cy="826174"/>
          </a:xfrm>
          <a:prstGeom prst="rect">
            <a:avLst/>
          </a:prstGeom>
        </p:spPr>
        <p:txBody>
          <a:bodyPr anchor="t" rtlCol="false" tIns="0" lIns="0" bIns="0" rIns="0">
            <a:spAutoFit/>
          </a:bodyPr>
          <a:lstStyle/>
          <a:p>
            <a:pPr algn="ctr">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a:t>
            </a:r>
          </a:p>
        </p:txBody>
      </p:sp>
      <p:grpSp>
        <p:nvGrpSpPr>
          <p:cNvPr name="Group 25" id="25"/>
          <p:cNvGrpSpPr/>
          <p:nvPr/>
        </p:nvGrpSpPr>
        <p:grpSpPr>
          <a:xfrm rot="0">
            <a:off x="5710983" y="3864119"/>
            <a:ext cx="1877491" cy="1593706"/>
            <a:chOff x="0" y="0"/>
            <a:chExt cx="6353786" cy="5393404"/>
          </a:xfrm>
        </p:grpSpPr>
        <p:sp>
          <p:nvSpPr>
            <p:cNvPr name="Freeform 26" id="26"/>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12F1FF"/>
            </a:solidFill>
            <a:ln w="12700">
              <a:solidFill>
                <a:srgbClr val="000000"/>
              </a:solidFill>
            </a:ln>
          </p:spPr>
        </p:sp>
      </p:grpSp>
      <p:grpSp>
        <p:nvGrpSpPr>
          <p:cNvPr name="Group 27" id="27"/>
          <p:cNvGrpSpPr/>
          <p:nvPr/>
        </p:nvGrpSpPr>
        <p:grpSpPr>
          <a:xfrm rot="0">
            <a:off x="9527514" y="3864119"/>
            <a:ext cx="1877491" cy="1593706"/>
            <a:chOff x="0" y="0"/>
            <a:chExt cx="6353786" cy="5393404"/>
          </a:xfrm>
        </p:grpSpPr>
        <p:sp>
          <p:nvSpPr>
            <p:cNvPr name="Freeform 28" id="28"/>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12F1FF"/>
            </a:solidFill>
            <a:ln w="12700">
              <a:solidFill>
                <a:srgbClr val="000000"/>
              </a:solidFill>
            </a:ln>
          </p:spPr>
        </p:sp>
      </p:grpSp>
      <p:grpSp>
        <p:nvGrpSpPr>
          <p:cNvPr name="Group 29" id="29"/>
          <p:cNvGrpSpPr/>
          <p:nvPr/>
        </p:nvGrpSpPr>
        <p:grpSpPr>
          <a:xfrm rot="0">
            <a:off x="13344046" y="3864119"/>
            <a:ext cx="1877491" cy="1593706"/>
            <a:chOff x="0" y="0"/>
            <a:chExt cx="6353786" cy="5393404"/>
          </a:xfrm>
        </p:grpSpPr>
        <p:sp>
          <p:nvSpPr>
            <p:cNvPr name="Freeform 30" id="30"/>
            <p:cNvSpPr/>
            <p:nvPr/>
          </p:nvSpPr>
          <p:spPr>
            <a:xfrm flipH="false" flipV="false" rot="0">
              <a:off x="0" y="0"/>
              <a:ext cx="6353786" cy="5393404"/>
            </a:xfrm>
            <a:custGeom>
              <a:avLst/>
              <a:gdLst/>
              <a:ahLst/>
              <a:cxnLst/>
              <a:rect r="r" b="b" t="t" l="l"/>
              <a:pathLst>
                <a:path h="5393404" w="6353786">
                  <a:moveTo>
                    <a:pt x="0" y="5393404"/>
                  </a:moveTo>
                  <a:lnTo>
                    <a:pt x="738340" y="0"/>
                  </a:lnTo>
                  <a:lnTo>
                    <a:pt x="6353786" y="0"/>
                  </a:lnTo>
                  <a:lnTo>
                    <a:pt x="5615446" y="5393404"/>
                  </a:lnTo>
                  <a:close/>
                </a:path>
              </a:pathLst>
            </a:custGeom>
            <a:solidFill>
              <a:srgbClr val="12F1FF"/>
            </a:solidFill>
            <a:ln w="12700">
              <a:solidFill>
                <a:srgbClr val="000000"/>
              </a:solidFill>
            </a:ln>
          </p:spPr>
        </p:sp>
      </p:grpSp>
      <p:grpSp>
        <p:nvGrpSpPr>
          <p:cNvPr name="Group 31" id="31"/>
          <p:cNvGrpSpPr/>
          <p:nvPr/>
        </p:nvGrpSpPr>
        <p:grpSpPr>
          <a:xfrm rot="0">
            <a:off x="5710983" y="4012917"/>
            <a:ext cx="3049503" cy="2889816"/>
            <a:chOff x="0" y="0"/>
            <a:chExt cx="6353786" cy="6021070"/>
          </a:xfrm>
        </p:grpSpPr>
        <p:sp>
          <p:nvSpPr>
            <p:cNvPr name="Freeform 32" id="32"/>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8"/>
              <a:stretch>
                <a:fillRect l="-21117" t="0" r="-21117" b="0"/>
              </a:stretch>
            </a:blipFill>
          </p:spPr>
        </p:sp>
      </p:grpSp>
      <p:grpSp>
        <p:nvGrpSpPr>
          <p:cNvPr name="Group 33" id="33"/>
          <p:cNvGrpSpPr/>
          <p:nvPr/>
        </p:nvGrpSpPr>
        <p:grpSpPr>
          <a:xfrm rot="0">
            <a:off x="9527514" y="4012917"/>
            <a:ext cx="3049503" cy="2889816"/>
            <a:chOff x="0" y="0"/>
            <a:chExt cx="6353786" cy="6021070"/>
          </a:xfrm>
        </p:grpSpPr>
        <p:sp>
          <p:nvSpPr>
            <p:cNvPr name="Freeform 34" id="34"/>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9"/>
              <a:stretch>
                <a:fillRect l="0" t="0" r="0" b="-58387"/>
              </a:stretch>
            </a:blipFill>
          </p:spPr>
        </p:sp>
      </p:grpSp>
      <p:grpSp>
        <p:nvGrpSpPr>
          <p:cNvPr name="Group 35" id="35"/>
          <p:cNvGrpSpPr/>
          <p:nvPr/>
        </p:nvGrpSpPr>
        <p:grpSpPr>
          <a:xfrm rot="0">
            <a:off x="13344046" y="4012917"/>
            <a:ext cx="3049503" cy="2889816"/>
            <a:chOff x="0" y="0"/>
            <a:chExt cx="6353786" cy="6021070"/>
          </a:xfrm>
        </p:grpSpPr>
        <p:sp>
          <p:nvSpPr>
            <p:cNvPr name="Freeform 36" id="36"/>
            <p:cNvSpPr/>
            <p:nvPr/>
          </p:nvSpPr>
          <p:spPr>
            <a:xfrm flipH="false" flipV="false" rot="0">
              <a:off x="0" y="0"/>
              <a:ext cx="6353786" cy="6021070"/>
            </a:xfrm>
            <a:custGeom>
              <a:avLst/>
              <a:gdLst/>
              <a:ahLst/>
              <a:cxnLst/>
              <a:rect r="r" b="b" t="t" l="l"/>
              <a:pathLst>
                <a:path h="6021070" w="6353786">
                  <a:moveTo>
                    <a:pt x="0" y="6021070"/>
                  </a:moveTo>
                  <a:lnTo>
                    <a:pt x="738340" y="0"/>
                  </a:lnTo>
                  <a:lnTo>
                    <a:pt x="6353786" y="0"/>
                  </a:lnTo>
                  <a:lnTo>
                    <a:pt x="5615446" y="6021070"/>
                  </a:lnTo>
                  <a:close/>
                </a:path>
              </a:pathLst>
            </a:custGeom>
            <a:blipFill>
              <a:blip r:embed="rId10"/>
              <a:stretch>
                <a:fillRect l="-21117" t="0" r="-21117" b="0"/>
              </a:stretch>
            </a:blipFill>
          </p:spPr>
        </p:sp>
      </p:grpSp>
      <p:sp>
        <p:nvSpPr>
          <p:cNvPr name="TextBox 37" id="37"/>
          <p:cNvSpPr txBox="true"/>
          <p:nvPr/>
        </p:nvSpPr>
        <p:spPr>
          <a:xfrm rot="0">
            <a:off x="5131658" y="2014642"/>
            <a:ext cx="8024683" cy="1468477"/>
          </a:xfrm>
          <a:prstGeom prst="rect">
            <a:avLst/>
          </a:prstGeom>
        </p:spPr>
        <p:txBody>
          <a:bodyPr anchor="t" rtlCol="false" tIns="0" lIns="0" bIns="0" rIns="0">
            <a:spAutoFit/>
          </a:bodyPr>
          <a:lstStyle/>
          <a:p>
            <a:pPr algn="ctr">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MEET OUR TEAM</a:t>
            </a:r>
          </a:p>
        </p:txBody>
      </p:sp>
      <p:sp>
        <p:nvSpPr>
          <p:cNvPr name="Freeform 38" id="38"/>
          <p:cNvSpPr/>
          <p:nvPr/>
        </p:nvSpPr>
        <p:spPr>
          <a:xfrm flipH="false" flipV="false" rot="0">
            <a:off x="8501200" y="1629757"/>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9" id="39"/>
          <p:cNvSpPr/>
          <p:nvPr/>
        </p:nvSpPr>
        <p:spPr>
          <a:xfrm flipH="false" flipV="false" rot="0">
            <a:off x="8966321" y="1629757"/>
            <a:ext cx="355359" cy="556335"/>
          </a:xfrm>
          <a:custGeom>
            <a:avLst/>
            <a:gdLst/>
            <a:ahLst/>
            <a:cxnLst/>
            <a:rect r="r" b="b" t="t" l="l"/>
            <a:pathLst>
              <a:path h="556335" w="355359">
                <a:moveTo>
                  <a:pt x="0" y="0"/>
                </a:moveTo>
                <a:lnTo>
                  <a:pt x="355358" y="0"/>
                </a:lnTo>
                <a:lnTo>
                  <a:pt x="355358"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0" id="40"/>
          <p:cNvSpPr/>
          <p:nvPr/>
        </p:nvSpPr>
        <p:spPr>
          <a:xfrm flipH="false" flipV="false" rot="0">
            <a:off x="9431441" y="1629757"/>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133368" y="1219200"/>
            <a:ext cx="7238574" cy="10227524"/>
            <a:chOff x="0" y="0"/>
            <a:chExt cx="4462780" cy="6305550"/>
          </a:xfrm>
        </p:grpSpPr>
        <p:sp>
          <p:nvSpPr>
            <p:cNvPr name="Freeform 9" id="9"/>
            <p:cNvSpPr/>
            <p:nvPr/>
          </p:nvSpPr>
          <p:spPr>
            <a:xfrm flipH="false" flipV="false" rot="0">
              <a:off x="0" y="0"/>
              <a:ext cx="4462780" cy="6305550"/>
            </a:xfrm>
            <a:custGeom>
              <a:avLst/>
              <a:gdLst/>
              <a:ahLst/>
              <a:cxnLst/>
              <a:rect r="r" b="b" t="t" l="l"/>
              <a:pathLst>
                <a:path h="6305550" w="4462780">
                  <a:moveTo>
                    <a:pt x="0" y="0"/>
                  </a:moveTo>
                  <a:lnTo>
                    <a:pt x="4462780" y="594360"/>
                  </a:lnTo>
                  <a:lnTo>
                    <a:pt x="3385820" y="6305550"/>
                  </a:lnTo>
                  <a:lnTo>
                    <a:pt x="1062990" y="5552440"/>
                  </a:lnTo>
                  <a:lnTo>
                    <a:pt x="1076960" y="4930140"/>
                  </a:lnTo>
                  <a:lnTo>
                    <a:pt x="198120" y="4716780"/>
                  </a:lnTo>
                  <a:close/>
                </a:path>
              </a:pathLst>
            </a:custGeom>
            <a:solidFill>
              <a:srgbClr val="12F1FF"/>
            </a:solidFill>
            <a:ln w="12700">
              <a:solidFill>
                <a:srgbClr val="000000"/>
              </a:solidFill>
            </a:ln>
          </p:spPr>
        </p:sp>
      </p:grpSp>
      <p:grpSp>
        <p:nvGrpSpPr>
          <p:cNvPr name="Group 10" id="10"/>
          <p:cNvGrpSpPr/>
          <p:nvPr/>
        </p:nvGrpSpPr>
        <p:grpSpPr>
          <a:xfrm rot="0">
            <a:off x="1681488" y="1522689"/>
            <a:ext cx="7238574" cy="10227524"/>
            <a:chOff x="0" y="0"/>
            <a:chExt cx="4462780" cy="6305550"/>
          </a:xfrm>
        </p:grpSpPr>
        <p:sp>
          <p:nvSpPr>
            <p:cNvPr name="Freeform 11" id="11"/>
            <p:cNvSpPr/>
            <p:nvPr/>
          </p:nvSpPr>
          <p:spPr>
            <a:xfrm flipH="false" flipV="false" rot="0">
              <a:off x="0" y="0"/>
              <a:ext cx="4462780" cy="6305550"/>
            </a:xfrm>
            <a:custGeom>
              <a:avLst/>
              <a:gdLst/>
              <a:ahLst/>
              <a:cxnLst/>
              <a:rect r="r" b="b" t="t" l="l"/>
              <a:pathLst>
                <a:path h="6305550" w="4462780">
                  <a:moveTo>
                    <a:pt x="0" y="0"/>
                  </a:moveTo>
                  <a:lnTo>
                    <a:pt x="4462780" y="594360"/>
                  </a:lnTo>
                  <a:lnTo>
                    <a:pt x="3385820" y="6305550"/>
                  </a:lnTo>
                  <a:lnTo>
                    <a:pt x="1062990" y="5552440"/>
                  </a:lnTo>
                  <a:lnTo>
                    <a:pt x="1076960" y="4930140"/>
                  </a:lnTo>
                  <a:lnTo>
                    <a:pt x="198120" y="4716780"/>
                  </a:lnTo>
                  <a:close/>
                </a:path>
              </a:pathLst>
            </a:custGeom>
            <a:blipFill>
              <a:blip r:embed="rId7"/>
              <a:stretch>
                <a:fillRect l="0" t="-6229" r="0" b="0"/>
              </a:stretch>
            </a:blipFill>
          </p:spPr>
        </p:sp>
      </p:grpSp>
      <p:sp>
        <p:nvSpPr>
          <p:cNvPr name="TextBox 12" id="12"/>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4" id="14"/>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5" id="15"/>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6" id="16"/>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7" id="17"/>
          <p:cNvSpPr txBox="true"/>
          <p:nvPr/>
        </p:nvSpPr>
        <p:spPr>
          <a:xfrm rot="0">
            <a:off x="11209402" y="2785610"/>
            <a:ext cx="4623519" cy="1471759"/>
          </a:xfrm>
          <a:prstGeom prst="rect">
            <a:avLst/>
          </a:prstGeom>
        </p:spPr>
        <p:txBody>
          <a:bodyPr anchor="t" rtlCol="false" tIns="0" lIns="0" bIns="0" rIns="0">
            <a:spAutoFit/>
          </a:bodyPr>
          <a:lstStyle/>
          <a:p>
            <a:pPr algn="l">
              <a:lnSpc>
                <a:spcPts val="11985"/>
              </a:lnSpc>
              <a:spcBef>
                <a:spcPct val="0"/>
              </a:spcBef>
            </a:pPr>
            <a:r>
              <a:rPr lang="en-US" sz="8560">
                <a:solidFill>
                  <a:srgbClr val="FFFFFF"/>
                </a:solidFill>
                <a:latin typeface="TT Octosquares Compressed"/>
                <a:ea typeface="TT Octosquares Compressed"/>
                <a:cs typeface="TT Octosquares Compressed"/>
                <a:sym typeface="TT Octosquares Compressed"/>
              </a:rPr>
              <a:t>CONTACT US</a:t>
            </a:r>
          </a:p>
        </p:txBody>
      </p:sp>
      <p:sp>
        <p:nvSpPr>
          <p:cNvPr name="Freeform 18" id="18"/>
          <p:cNvSpPr/>
          <p:nvPr/>
        </p:nvSpPr>
        <p:spPr>
          <a:xfrm flipH="false" flipV="false" rot="0">
            <a:off x="11209402"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1674522"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2139643" y="2400725"/>
            <a:ext cx="355359" cy="556335"/>
          </a:xfrm>
          <a:custGeom>
            <a:avLst/>
            <a:gdLst/>
            <a:ahLst/>
            <a:cxnLst/>
            <a:rect r="r" b="b" t="t" l="l"/>
            <a:pathLst>
              <a:path h="556335" w="355359">
                <a:moveTo>
                  <a:pt x="0" y="0"/>
                </a:moveTo>
                <a:lnTo>
                  <a:pt x="355359" y="0"/>
                </a:lnTo>
                <a:lnTo>
                  <a:pt x="355359" y="556335"/>
                </a:lnTo>
                <a:lnTo>
                  <a:pt x="0" y="5563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1209402" y="5023168"/>
            <a:ext cx="361046" cy="361046"/>
          </a:xfrm>
          <a:custGeom>
            <a:avLst/>
            <a:gdLst/>
            <a:ahLst/>
            <a:cxnLst/>
            <a:rect r="r" b="b" t="t" l="l"/>
            <a:pathLst>
              <a:path h="361046" w="361046">
                <a:moveTo>
                  <a:pt x="0" y="0"/>
                </a:moveTo>
                <a:lnTo>
                  <a:pt x="361046" y="0"/>
                </a:lnTo>
                <a:lnTo>
                  <a:pt x="361046" y="361047"/>
                </a:lnTo>
                <a:lnTo>
                  <a:pt x="0" y="3610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11864144" y="5021130"/>
            <a:ext cx="3590268" cy="327023"/>
          </a:xfrm>
          <a:prstGeom prst="rect">
            <a:avLst/>
          </a:prstGeom>
        </p:spPr>
        <p:txBody>
          <a:bodyPr anchor="t" rtlCol="false" tIns="0" lIns="0" bIns="0" rIns="0">
            <a:spAutoFit/>
          </a:bodyPr>
          <a:lstStyle/>
          <a:p>
            <a:pPr algn="l">
              <a:lnSpc>
                <a:spcPts val="2683"/>
              </a:lnSpc>
              <a:spcBef>
                <a:spcPct val="0"/>
              </a:spcBef>
            </a:pPr>
            <a:r>
              <a:rPr lang="en-US" sz="1916">
                <a:solidFill>
                  <a:srgbClr val="FFFFFF"/>
                </a:solidFill>
                <a:latin typeface="Open Sans"/>
                <a:ea typeface="Open Sans"/>
                <a:cs typeface="Open Sans"/>
                <a:sym typeface="Open Sans"/>
              </a:rPr>
              <a:t>+123-456-7890</a:t>
            </a:r>
          </a:p>
        </p:txBody>
      </p:sp>
      <p:sp>
        <p:nvSpPr>
          <p:cNvPr name="Freeform 23" id="23"/>
          <p:cNvSpPr/>
          <p:nvPr/>
        </p:nvSpPr>
        <p:spPr>
          <a:xfrm flipH="false" flipV="false" rot="0">
            <a:off x="11209402" y="5859768"/>
            <a:ext cx="361046" cy="361046"/>
          </a:xfrm>
          <a:custGeom>
            <a:avLst/>
            <a:gdLst/>
            <a:ahLst/>
            <a:cxnLst/>
            <a:rect r="r" b="b" t="t" l="l"/>
            <a:pathLst>
              <a:path h="361046" w="361046">
                <a:moveTo>
                  <a:pt x="0" y="0"/>
                </a:moveTo>
                <a:lnTo>
                  <a:pt x="361046" y="0"/>
                </a:lnTo>
                <a:lnTo>
                  <a:pt x="361046" y="361047"/>
                </a:lnTo>
                <a:lnTo>
                  <a:pt x="0" y="3610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11864144" y="5857730"/>
            <a:ext cx="3590268" cy="327023"/>
          </a:xfrm>
          <a:prstGeom prst="rect">
            <a:avLst/>
          </a:prstGeom>
        </p:spPr>
        <p:txBody>
          <a:bodyPr anchor="t" rtlCol="false" tIns="0" lIns="0" bIns="0" rIns="0">
            <a:spAutoFit/>
          </a:bodyPr>
          <a:lstStyle/>
          <a:p>
            <a:pPr algn="l">
              <a:lnSpc>
                <a:spcPts val="2683"/>
              </a:lnSpc>
              <a:spcBef>
                <a:spcPct val="0"/>
              </a:spcBef>
            </a:pPr>
            <a:r>
              <a:rPr lang="en-US" sz="1916">
                <a:solidFill>
                  <a:srgbClr val="FFFFFF"/>
                </a:solidFill>
                <a:latin typeface="Open Sans"/>
                <a:ea typeface="Open Sans"/>
                <a:cs typeface="Open Sans"/>
                <a:sym typeface="Open Sans"/>
              </a:rPr>
              <a:t>www.reallygreatsite.com</a:t>
            </a:r>
          </a:p>
        </p:txBody>
      </p:sp>
      <p:sp>
        <p:nvSpPr>
          <p:cNvPr name="Freeform 25" id="25"/>
          <p:cNvSpPr/>
          <p:nvPr/>
        </p:nvSpPr>
        <p:spPr>
          <a:xfrm flipH="false" flipV="false" rot="0">
            <a:off x="11209402" y="6692499"/>
            <a:ext cx="361046" cy="361046"/>
          </a:xfrm>
          <a:custGeom>
            <a:avLst/>
            <a:gdLst/>
            <a:ahLst/>
            <a:cxnLst/>
            <a:rect r="r" b="b" t="t" l="l"/>
            <a:pathLst>
              <a:path h="361046" w="361046">
                <a:moveTo>
                  <a:pt x="0" y="0"/>
                </a:moveTo>
                <a:lnTo>
                  <a:pt x="361046" y="0"/>
                </a:lnTo>
                <a:lnTo>
                  <a:pt x="361046" y="361046"/>
                </a:lnTo>
                <a:lnTo>
                  <a:pt x="0" y="3610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6" id="26"/>
          <p:cNvSpPr txBox="true"/>
          <p:nvPr/>
        </p:nvSpPr>
        <p:spPr>
          <a:xfrm rot="0">
            <a:off x="11864144" y="6697351"/>
            <a:ext cx="3590268" cy="327023"/>
          </a:xfrm>
          <a:prstGeom prst="rect">
            <a:avLst/>
          </a:prstGeom>
        </p:spPr>
        <p:txBody>
          <a:bodyPr anchor="t" rtlCol="false" tIns="0" lIns="0" bIns="0" rIns="0">
            <a:spAutoFit/>
          </a:bodyPr>
          <a:lstStyle/>
          <a:p>
            <a:pPr algn="l">
              <a:lnSpc>
                <a:spcPts val="2683"/>
              </a:lnSpc>
              <a:spcBef>
                <a:spcPct val="0"/>
              </a:spcBef>
            </a:pPr>
            <a:r>
              <a:rPr lang="en-US" sz="1916">
                <a:solidFill>
                  <a:srgbClr val="FFFFFF"/>
                </a:solidFill>
                <a:latin typeface="Open Sans"/>
                <a:ea typeface="Open Sans"/>
                <a:cs typeface="Open Sans"/>
                <a:sym typeface="Open Sans"/>
              </a:rPr>
              <a:t>hello@reallygreatsite.com</a:t>
            </a:r>
          </a:p>
        </p:txBody>
      </p:sp>
      <p:sp>
        <p:nvSpPr>
          <p:cNvPr name="Freeform 27" id="27"/>
          <p:cNvSpPr/>
          <p:nvPr/>
        </p:nvSpPr>
        <p:spPr>
          <a:xfrm flipH="false" flipV="false" rot="0">
            <a:off x="11209402" y="7525229"/>
            <a:ext cx="361046" cy="361046"/>
          </a:xfrm>
          <a:custGeom>
            <a:avLst/>
            <a:gdLst/>
            <a:ahLst/>
            <a:cxnLst/>
            <a:rect r="r" b="b" t="t" l="l"/>
            <a:pathLst>
              <a:path h="361046" w="361046">
                <a:moveTo>
                  <a:pt x="0" y="0"/>
                </a:moveTo>
                <a:lnTo>
                  <a:pt x="361046" y="0"/>
                </a:lnTo>
                <a:lnTo>
                  <a:pt x="361046" y="361046"/>
                </a:lnTo>
                <a:lnTo>
                  <a:pt x="0" y="36104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8" id="28"/>
          <p:cNvSpPr txBox="true"/>
          <p:nvPr/>
        </p:nvSpPr>
        <p:spPr>
          <a:xfrm rot="0">
            <a:off x="11864144" y="7541447"/>
            <a:ext cx="4869498" cy="327023"/>
          </a:xfrm>
          <a:prstGeom prst="rect">
            <a:avLst/>
          </a:prstGeom>
        </p:spPr>
        <p:txBody>
          <a:bodyPr anchor="t" rtlCol="false" tIns="0" lIns="0" bIns="0" rIns="0">
            <a:spAutoFit/>
          </a:bodyPr>
          <a:lstStyle/>
          <a:p>
            <a:pPr algn="l">
              <a:lnSpc>
                <a:spcPts val="2683"/>
              </a:lnSpc>
              <a:spcBef>
                <a:spcPct val="0"/>
              </a:spcBef>
            </a:pPr>
            <a:r>
              <a:rPr lang="en-US" sz="1916">
                <a:solidFill>
                  <a:srgbClr val="FFFFFF"/>
                </a:solidFill>
                <a:latin typeface="Open Sans"/>
                <a:ea typeface="Open Sans"/>
                <a:cs typeface="Open Sans"/>
                <a:sym typeface="Open Sans"/>
              </a:rPr>
              <a:t>123 Anywhere ST., Any City, ST 12345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7324710" y="458184"/>
            <a:ext cx="306065" cy="336000"/>
          </a:xfrm>
          <a:custGeom>
            <a:avLst/>
            <a:gdLst/>
            <a:ahLst/>
            <a:cxnLst/>
            <a:rect r="r" b="b" t="t" l="l"/>
            <a:pathLst>
              <a:path h="336000" w="306065">
                <a:moveTo>
                  <a:pt x="0" y="0"/>
                </a:moveTo>
                <a:lnTo>
                  <a:pt x="306065" y="0"/>
                </a:lnTo>
                <a:lnTo>
                  <a:pt x="306065" y="336000"/>
                </a:lnTo>
                <a:lnTo>
                  <a:pt x="0" y="33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2972" y="439904"/>
            <a:ext cx="253149" cy="354280"/>
          </a:xfrm>
          <a:custGeom>
            <a:avLst/>
            <a:gdLst/>
            <a:ahLst/>
            <a:cxnLst/>
            <a:rect r="r" b="b" t="t" l="l"/>
            <a:pathLst>
              <a:path h="354280" w="253149">
                <a:moveTo>
                  <a:pt x="0" y="0"/>
                </a:moveTo>
                <a:lnTo>
                  <a:pt x="253149" y="0"/>
                </a:lnTo>
                <a:lnTo>
                  <a:pt x="253149" y="354280"/>
                </a:lnTo>
                <a:lnTo>
                  <a:pt x="0" y="354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5400000">
            <a:off x="17631481" y="8597471"/>
            <a:ext cx="924223" cy="397435"/>
            <a:chOff x="0" y="0"/>
            <a:chExt cx="1347239" cy="579341"/>
          </a:xfrm>
        </p:grpSpPr>
        <p:sp>
          <p:nvSpPr>
            <p:cNvPr name="Freeform 6" id="6"/>
            <p:cNvSpPr/>
            <p:nvPr/>
          </p:nvSpPr>
          <p:spPr>
            <a:xfrm flipH="false" flipV="false" rot="0">
              <a:off x="0" y="0"/>
              <a:ext cx="1347239" cy="579341"/>
            </a:xfrm>
            <a:custGeom>
              <a:avLst/>
              <a:gdLst/>
              <a:ahLst/>
              <a:cxnLst/>
              <a:rect r="r" b="b" t="t" l="l"/>
              <a:pathLst>
                <a:path h="579341" w="1347239">
                  <a:moveTo>
                    <a:pt x="673619" y="0"/>
                  </a:moveTo>
                  <a:lnTo>
                    <a:pt x="1347239" y="579341"/>
                  </a:lnTo>
                  <a:lnTo>
                    <a:pt x="0" y="579341"/>
                  </a:lnTo>
                  <a:lnTo>
                    <a:pt x="673619" y="0"/>
                  </a:lnTo>
                  <a:close/>
                </a:path>
              </a:pathLst>
            </a:custGeom>
            <a:solidFill>
              <a:srgbClr val="12F1FF"/>
            </a:solidFill>
          </p:spPr>
        </p:sp>
        <p:sp>
          <p:nvSpPr>
            <p:cNvPr name="TextBox 7" id="7"/>
            <p:cNvSpPr txBox="true"/>
            <p:nvPr/>
          </p:nvSpPr>
          <p:spPr>
            <a:xfrm>
              <a:off x="210506" y="230880"/>
              <a:ext cx="926227" cy="30708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43386"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6089294"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0" id="10"/>
          <p:cNvSpPr txBox="true"/>
          <p:nvPr/>
        </p:nvSpPr>
        <p:spPr>
          <a:xfrm rot="0">
            <a:off x="14533497"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1" id="11"/>
          <p:cNvSpPr txBox="true"/>
          <p:nvPr/>
        </p:nvSpPr>
        <p:spPr>
          <a:xfrm rot="0">
            <a:off x="13302741"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2" id="12"/>
          <p:cNvSpPr txBox="true"/>
          <p:nvPr/>
        </p:nvSpPr>
        <p:spPr>
          <a:xfrm rot="0">
            <a:off x="12046981"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3" id="13"/>
          <p:cNvSpPr txBox="true"/>
          <p:nvPr/>
        </p:nvSpPr>
        <p:spPr>
          <a:xfrm rot="0">
            <a:off x="1039108" y="517674"/>
            <a:ext cx="1284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Studio Shodwe</a:t>
            </a:r>
          </a:p>
        </p:txBody>
      </p:sp>
      <p:sp>
        <p:nvSpPr>
          <p:cNvPr name="TextBox 14" id="14"/>
          <p:cNvSpPr txBox="true"/>
          <p:nvPr/>
        </p:nvSpPr>
        <p:spPr>
          <a:xfrm rot="0">
            <a:off x="4061681" y="3220694"/>
            <a:ext cx="10164638" cy="3464612"/>
          </a:xfrm>
          <a:prstGeom prst="rect">
            <a:avLst/>
          </a:prstGeom>
        </p:spPr>
        <p:txBody>
          <a:bodyPr anchor="t" rtlCol="false" tIns="0" lIns="0" bIns="0" rIns="0">
            <a:spAutoFit/>
          </a:bodyPr>
          <a:lstStyle/>
          <a:p>
            <a:pPr algn="ctr">
              <a:lnSpc>
                <a:spcPts val="28402"/>
              </a:lnSpc>
              <a:spcBef>
                <a:spcPct val="0"/>
              </a:spcBef>
            </a:pPr>
            <a:r>
              <a:rPr lang="en-US" sz="20287">
                <a:solidFill>
                  <a:srgbClr val="FFFFFF"/>
                </a:solidFill>
                <a:latin typeface="TT Octosquares Compressed"/>
                <a:ea typeface="TT Octosquares Compressed"/>
                <a:cs typeface="TT Octosquares Compressed"/>
                <a:sym typeface="TT Octosquares Compressed"/>
              </a:rPr>
              <a:t>THANK YOU</a:t>
            </a:r>
          </a:p>
        </p:txBody>
      </p:sp>
      <p:sp>
        <p:nvSpPr>
          <p:cNvPr name="Freeform 15" id="15"/>
          <p:cNvSpPr/>
          <p:nvPr/>
        </p:nvSpPr>
        <p:spPr>
          <a:xfrm flipH="false" flipV="false" rot="0">
            <a:off x="2105520"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90081"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10800000">
            <a:off x="14226319" y="4189844"/>
            <a:ext cx="1218296" cy="1907312"/>
          </a:xfrm>
          <a:custGeom>
            <a:avLst/>
            <a:gdLst/>
            <a:ahLst/>
            <a:cxnLst/>
            <a:rect r="r" b="b" t="t" l="l"/>
            <a:pathLst>
              <a:path h="1907312" w="1218296">
                <a:moveTo>
                  <a:pt x="0" y="0"/>
                </a:moveTo>
                <a:lnTo>
                  <a:pt x="1218295" y="0"/>
                </a:lnTo>
                <a:lnTo>
                  <a:pt x="1218295" y="1907312"/>
                </a:lnTo>
                <a:lnTo>
                  <a:pt x="0" y="190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10800000">
            <a:off x="15323726" y="4471286"/>
            <a:ext cx="858754" cy="1344429"/>
          </a:xfrm>
          <a:custGeom>
            <a:avLst/>
            <a:gdLst/>
            <a:ahLst/>
            <a:cxnLst/>
            <a:rect r="r" b="b" t="t" l="l"/>
            <a:pathLst>
              <a:path h="1344429" w="858754">
                <a:moveTo>
                  <a:pt x="0" y="0"/>
                </a:moveTo>
                <a:lnTo>
                  <a:pt x="858754" y="0"/>
                </a:lnTo>
                <a:lnTo>
                  <a:pt x="858754" y="1344428"/>
                </a:lnTo>
                <a:lnTo>
                  <a:pt x="0" y="134442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10800000">
            <a:off x="16268205" y="4650573"/>
            <a:ext cx="629715" cy="985855"/>
          </a:xfrm>
          <a:custGeom>
            <a:avLst/>
            <a:gdLst/>
            <a:ahLst/>
            <a:cxnLst/>
            <a:rect r="r" b="b" t="t" l="l"/>
            <a:pathLst>
              <a:path h="985855" w="629715">
                <a:moveTo>
                  <a:pt x="0" y="0"/>
                </a:moveTo>
                <a:lnTo>
                  <a:pt x="629714" y="0"/>
                </a:lnTo>
                <a:lnTo>
                  <a:pt x="629714" y="985854"/>
                </a:lnTo>
                <a:lnTo>
                  <a:pt x="0" y="9858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DAGr5zfnbE8</dc:identifier>
  <dcterms:modified xsi:type="dcterms:W3CDTF">2011-08-01T06:04:30Z</dcterms:modified>
  <cp:revision>1</cp:revision>
  <dc:title>Blue Futuristic Technology Presentation</dc:title>
</cp:coreProperties>
</file>