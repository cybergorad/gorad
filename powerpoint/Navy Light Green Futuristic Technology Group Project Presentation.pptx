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8288000" cy="10287000"/>
  <p:notesSz cx="6858000" cy="9144000"/>
  <p:embeddedFontLst>
    <p:embeddedFont>
      <p:font typeface="TT Autonomous Bold" panose="020B0003030000000000"/>
      <p:regular r:id="rId16"/>
    </p:embeddedFont>
    <p:embeddedFont>
      <p:font typeface="Canva Sans" panose="020B0503030501040103"/>
      <p:regular r:id="rId17"/>
    </p:embeddedFont>
    <p:embeddedFont>
      <p:font typeface="Canva Sans Bold" panose="020B08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font" Target="fonts/font3.fntdata"/><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image" Target="../media/image3.svg"/><Relationship Id="rId5" Type="http://schemas.openxmlformats.org/officeDocument/2006/relationships/image" Target="../media/image3.png"/><Relationship Id="rId4" Type="http://schemas.openxmlformats.org/officeDocument/2006/relationships/image" Target="../media/image2.svg"/><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sv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9.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12.jpeg"/><Relationship Id="rId8" Type="http://schemas.openxmlformats.org/officeDocument/2006/relationships/image" Target="../media/image11.jpeg"/><Relationship Id="rId7" Type="http://schemas.openxmlformats.org/officeDocument/2006/relationships/image" Target="../media/image10.jpeg"/><Relationship Id="rId6" Type="http://schemas.openxmlformats.org/officeDocument/2006/relationships/image" Target="../media/image5.svg"/><Relationship Id="rId5" Type="http://schemas.openxmlformats.org/officeDocument/2006/relationships/image" Target="../media/image9.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svg"/><Relationship Id="rId10"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png"/><Relationship Id="rId6" Type="http://schemas.openxmlformats.org/officeDocument/2006/relationships/image" Target="../media/image5.svg"/><Relationship Id="rId5" Type="http://schemas.openxmlformats.org/officeDocument/2006/relationships/image" Target="../media/image9.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image" Target="../media/image15.jpeg"/><Relationship Id="rId8" Type="http://schemas.openxmlformats.org/officeDocument/2006/relationships/image" Target="../media/image14.jpeg"/><Relationship Id="rId7" Type="http://schemas.openxmlformats.org/officeDocument/2006/relationships/image" Target="../media/image13.jpeg"/><Relationship Id="rId6" Type="http://schemas.openxmlformats.org/officeDocument/2006/relationships/image" Target="../media/image5.svg"/><Relationship Id="rId5" Type="http://schemas.openxmlformats.org/officeDocument/2006/relationships/image" Target="../media/image9.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svg"/><Relationship Id="rId12" Type="http://schemas.openxmlformats.org/officeDocument/2006/relationships/slideLayout" Target="../slideLayouts/slideLayout7.xml"/><Relationship Id="rId11" Type="http://schemas.openxmlformats.org/officeDocument/2006/relationships/image" Target="../media/image17.jpeg"/><Relationship Id="rId10" Type="http://schemas.openxmlformats.org/officeDocument/2006/relationships/image" Target="../media/image16.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7.jpeg"/><Relationship Id="rId6" Type="http://schemas.openxmlformats.org/officeDocument/2006/relationships/image" Target="../media/image13.jpeg"/><Relationship Id="rId5" Type="http://schemas.openxmlformats.org/officeDocument/2006/relationships/image" Target="../media/image6.png"/><Relationship Id="rId4" Type="http://schemas.openxmlformats.org/officeDocument/2006/relationships/image" Target="../media/image9.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6.svg"/><Relationship Id="rId2" Type="http://schemas.openxmlformats.org/officeDocument/2006/relationships/image" Target="../media/image18.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19.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E2E"/>
        </a:solidFill>
        <a:effectLst/>
      </p:bgPr>
    </p:bg>
    <p:spTree>
      <p:nvGrpSpPr>
        <p:cNvPr id="1" name=""/>
        <p:cNvGrpSpPr/>
        <p:nvPr/>
      </p:nvGrpSpPr>
      <p:grpSpPr>
        <a:xfrm>
          <a:off x="0" y="0"/>
          <a:ext cx="0" cy="0"/>
          <a:chOff x="0" y="0"/>
          <a:chExt cx="0" cy="0"/>
        </a:xfrm>
      </p:grpSpPr>
      <p:sp>
        <p:nvSpPr>
          <p:cNvPr id="2" name="Freeform 2"/>
          <p:cNvSpPr/>
          <p:nvPr/>
        </p:nvSpPr>
        <p:spPr>
          <a:xfrm flipV="1">
            <a:off x="-3111598" y="4914258"/>
            <a:ext cx="10922401" cy="6732171"/>
          </a:xfrm>
          <a:custGeom>
            <a:avLst/>
            <a:gdLst/>
            <a:ahLst/>
            <a:cxnLst/>
            <a:rect l="l" t="t" r="r" b="b"/>
            <a:pathLst>
              <a:path w="10922401" h="6732171">
                <a:moveTo>
                  <a:pt x="0" y="6732170"/>
                </a:moveTo>
                <a:lnTo>
                  <a:pt x="10922401" y="6732170"/>
                </a:lnTo>
                <a:lnTo>
                  <a:pt x="10922401" y="0"/>
                </a:lnTo>
                <a:lnTo>
                  <a:pt x="0" y="0"/>
                </a:lnTo>
                <a:lnTo>
                  <a:pt x="0" y="673217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3241103" y="2326690"/>
            <a:ext cx="3793097" cy="4114800"/>
          </a:xfrm>
          <a:custGeom>
            <a:avLst/>
            <a:gdLst/>
            <a:ahLst/>
            <a:cxnLst/>
            <a:rect l="l" t="t" r="r" b="b"/>
            <a:pathLst>
              <a:path w="3793097" h="4114800">
                <a:moveTo>
                  <a:pt x="0" y="0"/>
                </a:moveTo>
                <a:lnTo>
                  <a:pt x="3793098" y="0"/>
                </a:lnTo>
                <a:lnTo>
                  <a:pt x="379309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a:off x="10447546" y="551379"/>
            <a:ext cx="10922401" cy="6732171"/>
          </a:xfrm>
          <a:custGeom>
            <a:avLst/>
            <a:gdLst/>
            <a:ahLst/>
            <a:cxnLst/>
            <a:rect l="l" t="t" r="r" b="b"/>
            <a:pathLst>
              <a:path w="10922401" h="6732171">
                <a:moveTo>
                  <a:pt x="10922400" y="0"/>
                </a:moveTo>
                <a:lnTo>
                  <a:pt x="0" y="0"/>
                </a:lnTo>
                <a:lnTo>
                  <a:pt x="0" y="6732171"/>
                </a:lnTo>
                <a:lnTo>
                  <a:pt x="10922400" y="6732171"/>
                </a:lnTo>
                <a:lnTo>
                  <a:pt x="1092240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flipV="1">
            <a:off x="9567139" y="3845510"/>
            <a:ext cx="5479758" cy="4114800"/>
          </a:xfrm>
          <a:custGeom>
            <a:avLst/>
            <a:gdLst/>
            <a:ahLst/>
            <a:cxnLst/>
            <a:rect l="l" t="t" r="r" b="b"/>
            <a:pathLst>
              <a:path w="5479758" h="4114800">
                <a:moveTo>
                  <a:pt x="0" y="4114800"/>
                </a:moveTo>
                <a:lnTo>
                  <a:pt x="5479758" y="4114800"/>
                </a:lnTo>
                <a:lnTo>
                  <a:pt x="5479758"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4387099" y="3830312"/>
            <a:ext cx="9513802" cy="2223771"/>
          </a:xfrm>
          <a:prstGeom prst="rect">
            <a:avLst/>
          </a:prstGeom>
        </p:spPr>
        <p:txBody>
          <a:bodyPr lIns="0" tIns="0" rIns="0" bIns="0" rtlCol="0" anchor="t">
            <a:spAutoFit/>
          </a:bodyPr>
          <a:lstStyle/>
          <a:p>
            <a:pPr algn="ctr">
              <a:lnSpc>
                <a:spcPts val="8320"/>
              </a:lnSpc>
            </a:pPr>
            <a:r>
              <a:rPr lang="en-US" sz="10400" b="1">
                <a:solidFill>
                  <a:srgbClr val="7AFFFF"/>
                </a:solidFill>
                <a:latin typeface="TT Autonomous Bold"/>
                <a:ea typeface="TT Autonomous Bold"/>
                <a:cs typeface="TT Autonomous Bold"/>
                <a:sym typeface="TT Autonomous Bold"/>
              </a:rPr>
              <a:t>GROUP</a:t>
            </a:r>
            <a:endParaRPr lang="en-US" sz="10400" b="1">
              <a:solidFill>
                <a:srgbClr val="7AFFFF"/>
              </a:solidFill>
              <a:latin typeface="TT Autonomous Bold"/>
              <a:ea typeface="TT Autonomous Bold"/>
              <a:cs typeface="TT Autonomous Bold"/>
              <a:sym typeface="TT Autonomous Bold"/>
            </a:endParaRPr>
          </a:p>
          <a:p>
            <a:pPr algn="ctr">
              <a:lnSpc>
                <a:spcPts val="8320"/>
              </a:lnSpc>
            </a:pPr>
            <a:r>
              <a:rPr lang="en-US" sz="10400" b="1">
                <a:solidFill>
                  <a:srgbClr val="7AFFFF"/>
                </a:solidFill>
                <a:latin typeface="TT Autonomous Bold"/>
                <a:ea typeface="TT Autonomous Bold"/>
                <a:cs typeface="TT Autonomous Bold"/>
                <a:sym typeface="TT Autonomous Bold"/>
              </a:rPr>
              <a:t>PROJECT</a:t>
            </a:r>
            <a:endParaRPr lang="en-US" sz="10400" b="1">
              <a:solidFill>
                <a:srgbClr val="7AFFFF"/>
              </a:solidFill>
              <a:latin typeface="TT Autonomous Bold"/>
              <a:ea typeface="TT Autonomous Bold"/>
              <a:cs typeface="TT Autonomous Bold"/>
              <a:sym typeface="TT Autonomous Bold"/>
            </a:endParaRPr>
          </a:p>
        </p:txBody>
      </p:sp>
      <p:sp>
        <p:nvSpPr>
          <p:cNvPr id="7" name="Freeform 7"/>
          <p:cNvSpPr/>
          <p:nvPr/>
        </p:nvSpPr>
        <p:spPr>
          <a:xfrm rot="-5400000">
            <a:off x="-5247172" y="364429"/>
            <a:ext cx="10229950" cy="13186708"/>
          </a:xfrm>
          <a:custGeom>
            <a:avLst/>
            <a:gdLst/>
            <a:ahLst/>
            <a:cxnLst/>
            <a:rect l="l" t="t" r="r" b="b"/>
            <a:pathLst>
              <a:path w="10229950" h="13186708">
                <a:moveTo>
                  <a:pt x="0" y="0"/>
                </a:moveTo>
                <a:lnTo>
                  <a:pt x="10229950" y="0"/>
                </a:lnTo>
                <a:lnTo>
                  <a:pt x="10229950" y="13186708"/>
                </a:lnTo>
                <a:lnTo>
                  <a:pt x="0" y="13186708"/>
                </a:lnTo>
                <a:lnTo>
                  <a:pt x="0" y="0"/>
                </a:lnTo>
                <a:close/>
              </a:path>
            </a:pathLst>
          </a:custGeom>
          <a:blipFill>
            <a:blip r:embed="rId7"/>
            <a:stretch>
              <a:fillRect/>
            </a:stretch>
          </a:blipFill>
        </p:spPr>
      </p:sp>
      <p:sp>
        <p:nvSpPr>
          <p:cNvPr id="8" name="Freeform 8"/>
          <p:cNvSpPr/>
          <p:nvPr/>
        </p:nvSpPr>
        <p:spPr>
          <a:xfrm>
            <a:off x="11204702" y="-2701568"/>
            <a:ext cx="7684389" cy="8229600"/>
          </a:xfrm>
          <a:custGeom>
            <a:avLst/>
            <a:gdLst/>
            <a:ahLst/>
            <a:cxnLst/>
            <a:rect l="l" t="t" r="r" b="b"/>
            <a:pathLst>
              <a:path w="7684389" h="8229600">
                <a:moveTo>
                  <a:pt x="0" y="0"/>
                </a:moveTo>
                <a:lnTo>
                  <a:pt x="7684389" y="0"/>
                </a:lnTo>
                <a:lnTo>
                  <a:pt x="7684389" y="8229600"/>
                </a:lnTo>
                <a:lnTo>
                  <a:pt x="0" y="8229600"/>
                </a:lnTo>
                <a:lnTo>
                  <a:pt x="0" y="0"/>
                </a:lnTo>
                <a:close/>
              </a:path>
            </a:pathLst>
          </a:custGeom>
          <a:blipFill>
            <a:blip r:embed="rId8"/>
            <a:stretch>
              <a:fillRect/>
            </a:stretch>
          </a:blipFill>
        </p:spPr>
      </p:sp>
      <p:sp>
        <p:nvSpPr>
          <p:cNvPr id="9" name="TextBox 9"/>
          <p:cNvSpPr txBox="1"/>
          <p:nvPr/>
        </p:nvSpPr>
        <p:spPr>
          <a:xfrm>
            <a:off x="5765444" y="6092183"/>
            <a:ext cx="6757113" cy="306070"/>
          </a:xfrm>
          <a:prstGeom prst="rect">
            <a:avLst/>
          </a:prstGeom>
        </p:spPr>
        <p:txBody>
          <a:bodyPr lIns="0" tIns="0" rIns="0" bIns="0" rtlCol="0" anchor="t">
            <a:spAutoFit/>
          </a:bodyPr>
          <a:lstStyle/>
          <a:p>
            <a:pPr algn="ctr">
              <a:lnSpc>
                <a:spcPts val="2300"/>
              </a:lnSpc>
            </a:pPr>
            <a:r>
              <a:rPr lang="en-US" sz="2300" spc="52">
                <a:solidFill>
                  <a:srgbClr val="FFFFFF"/>
                </a:solidFill>
                <a:latin typeface="Canva Sans"/>
                <a:ea typeface="Canva Sans"/>
                <a:cs typeface="Canva Sans"/>
                <a:sym typeface="Canva Sans"/>
              </a:rPr>
              <a:t>Presented by Borcelle Group</a:t>
            </a:r>
            <a:endParaRPr lang="en-US" sz="2300" spc="52">
              <a:solidFill>
                <a:srgbClr val="FFFFFF"/>
              </a:solidFill>
              <a:latin typeface="Canva Sans"/>
              <a:ea typeface="Canva Sans"/>
              <a:cs typeface="Canva Sans"/>
              <a:sym typeface="Canv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121B"/>
        </a:solidFill>
        <a:effectLst/>
      </p:bgPr>
    </p:bg>
    <p:spTree>
      <p:nvGrpSpPr>
        <p:cNvPr id="1" name=""/>
        <p:cNvGrpSpPr/>
        <p:nvPr/>
      </p:nvGrpSpPr>
      <p:grpSpPr>
        <a:xfrm>
          <a:off x="0" y="0"/>
          <a:ext cx="0" cy="0"/>
          <a:chOff x="0" y="0"/>
          <a:chExt cx="0" cy="0"/>
        </a:xfrm>
      </p:grpSpPr>
      <p:sp>
        <p:nvSpPr>
          <p:cNvPr id="2" name="Freeform 2"/>
          <p:cNvSpPr/>
          <p:nvPr/>
        </p:nvSpPr>
        <p:spPr>
          <a:xfrm flipV="1">
            <a:off x="-3111598" y="4914258"/>
            <a:ext cx="10922401" cy="6732171"/>
          </a:xfrm>
          <a:custGeom>
            <a:avLst/>
            <a:gdLst/>
            <a:ahLst/>
            <a:cxnLst/>
            <a:rect l="l" t="t" r="r" b="b"/>
            <a:pathLst>
              <a:path w="10922401" h="6732171">
                <a:moveTo>
                  <a:pt x="0" y="6732170"/>
                </a:moveTo>
                <a:lnTo>
                  <a:pt x="10922401" y="6732170"/>
                </a:lnTo>
                <a:lnTo>
                  <a:pt x="10922401" y="0"/>
                </a:lnTo>
                <a:lnTo>
                  <a:pt x="0" y="0"/>
                </a:lnTo>
                <a:lnTo>
                  <a:pt x="0" y="673217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10447546" y="551379"/>
            <a:ext cx="10922401" cy="6732171"/>
          </a:xfrm>
          <a:custGeom>
            <a:avLst/>
            <a:gdLst/>
            <a:ahLst/>
            <a:cxnLst/>
            <a:rect l="l" t="t" r="r" b="b"/>
            <a:pathLst>
              <a:path w="10922401" h="6732171">
                <a:moveTo>
                  <a:pt x="10922400" y="0"/>
                </a:moveTo>
                <a:lnTo>
                  <a:pt x="0" y="0"/>
                </a:lnTo>
                <a:lnTo>
                  <a:pt x="0" y="6732171"/>
                </a:lnTo>
                <a:lnTo>
                  <a:pt x="10922400" y="6732171"/>
                </a:lnTo>
                <a:lnTo>
                  <a:pt x="1092240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5400000">
            <a:off x="-5247172" y="364429"/>
            <a:ext cx="10229950" cy="13186708"/>
          </a:xfrm>
          <a:custGeom>
            <a:avLst/>
            <a:gdLst/>
            <a:ahLst/>
            <a:cxnLst/>
            <a:rect l="l" t="t" r="r" b="b"/>
            <a:pathLst>
              <a:path w="10229950" h="13186708">
                <a:moveTo>
                  <a:pt x="0" y="0"/>
                </a:moveTo>
                <a:lnTo>
                  <a:pt x="10229950" y="0"/>
                </a:lnTo>
                <a:lnTo>
                  <a:pt x="10229950" y="13186708"/>
                </a:lnTo>
                <a:lnTo>
                  <a:pt x="0" y="13186708"/>
                </a:lnTo>
                <a:lnTo>
                  <a:pt x="0" y="0"/>
                </a:lnTo>
                <a:close/>
              </a:path>
            </a:pathLst>
          </a:custGeom>
          <a:blipFill>
            <a:blip r:embed="rId3"/>
            <a:stretch>
              <a:fillRect/>
            </a:stretch>
          </a:blipFill>
        </p:spPr>
      </p:sp>
      <p:sp>
        <p:nvSpPr>
          <p:cNvPr id="5" name="Freeform 5"/>
          <p:cNvSpPr/>
          <p:nvPr/>
        </p:nvSpPr>
        <p:spPr>
          <a:xfrm>
            <a:off x="11204702" y="-2701568"/>
            <a:ext cx="7684389" cy="8229600"/>
          </a:xfrm>
          <a:custGeom>
            <a:avLst/>
            <a:gdLst/>
            <a:ahLst/>
            <a:cxnLst/>
            <a:rect l="l" t="t" r="r" b="b"/>
            <a:pathLst>
              <a:path w="7684389" h="8229600">
                <a:moveTo>
                  <a:pt x="0" y="0"/>
                </a:moveTo>
                <a:lnTo>
                  <a:pt x="7684389" y="0"/>
                </a:lnTo>
                <a:lnTo>
                  <a:pt x="7684389" y="8229600"/>
                </a:lnTo>
                <a:lnTo>
                  <a:pt x="0" y="8229600"/>
                </a:lnTo>
                <a:lnTo>
                  <a:pt x="0" y="0"/>
                </a:lnTo>
                <a:close/>
              </a:path>
            </a:pathLst>
          </a:custGeom>
          <a:blipFill>
            <a:blip r:embed="rId4"/>
            <a:stretch>
              <a:fillRect/>
            </a:stretch>
          </a:blipFill>
        </p:spPr>
      </p:sp>
      <p:sp>
        <p:nvSpPr>
          <p:cNvPr id="6" name="Freeform 6"/>
          <p:cNvSpPr/>
          <p:nvPr/>
        </p:nvSpPr>
        <p:spPr>
          <a:xfrm>
            <a:off x="-771399" y="-4258119"/>
            <a:ext cx="8277888" cy="8229600"/>
          </a:xfrm>
          <a:custGeom>
            <a:avLst/>
            <a:gdLst/>
            <a:ahLst/>
            <a:cxnLst/>
            <a:rect l="l" t="t" r="r" b="b"/>
            <a:pathLst>
              <a:path w="8277888" h="8229600">
                <a:moveTo>
                  <a:pt x="0" y="0"/>
                </a:moveTo>
                <a:lnTo>
                  <a:pt x="8277888" y="0"/>
                </a:lnTo>
                <a:lnTo>
                  <a:pt x="8277888" y="8229600"/>
                </a:lnTo>
                <a:lnTo>
                  <a:pt x="0" y="8229600"/>
                </a:lnTo>
                <a:lnTo>
                  <a:pt x="0" y="0"/>
                </a:lnTo>
                <a:close/>
              </a:path>
            </a:pathLst>
          </a:custGeom>
          <a:blipFill>
            <a:blip r:embed="rId5"/>
            <a:stretch>
              <a:fillRect/>
            </a:stretch>
          </a:blipFill>
        </p:spPr>
      </p:sp>
      <p:sp>
        <p:nvSpPr>
          <p:cNvPr id="7" name="Freeform 7"/>
          <p:cNvSpPr/>
          <p:nvPr/>
        </p:nvSpPr>
        <p:spPr>
          <a:xfrm>
            <a:off x="-1839722" y="-4114800"/>
            <a:ext cx="12453642" cy="8229600"/>
          </a:xfrm>
          <a:custGeom>
            <a:avLst/>
            <a:gdLst/>
            <a:ahLst/>
            <a:cxnLst/>
            <a:rect l="l" t="t" r="r" b="b"/>
            <a:pathLst>
              <a:path w="12453642" h="8229600">
                <a:moveTo>
                  <a:pt x="0" y="0"/>
                </a:moveTo>
                <a:lnTo>
                  <a:pt x="12453642" y="0"/>
                </a:lnTo>
                <a:lnTo>
                  <a:pt x="12453642" y="8229600"/>
                </a:lnTo>
                <a:lnTo>
                  <a:pt x="0" y="8229600"/>
                </a:lnTo>
                <a:lnTo>
                  <a:pt x="0" y="0"/>
                </a:lnTo>
                <a:close/>
              </a:path>
            </a:pathLst>
          </a:custGeom>
          <a:blipFill>
            <a:blip r:embed="rId6"/>
            <a:stretch>
              <a:fillRect/>
            </a:stretch>
          </a:blipFill>
        </p:spPr>
      </p:sp>
      <p:grpSp>
        <p:nvGrpSpPr>
          <p:cNvPr id="8" name="Group 8"/>
          <p:cNvGrpSpPr/>
          <p:nvPr/>
        </p:nvGrpSpPr>
        <p:grpSpPr>
          <a:xfrm rot="0">
            <a:off x="3367545" y="2679735"/>
            <a:ext cx="11552910" cy="796355"/>
            <a:chOff x="0" y="0"/>
            <a:chExt cx="3510353" cy="241973"/>
          </a:xfrm>
        </p:grpSpPr>
        <p:sp>
          <p:nvSpPr>
            <p:cNvPr id="9" name="Freeform 9"/>
            <p:cNvSpPr/>
            <p:nvPr/>
          </p:nvSpPr>
          <p:spPr>
            <a:xfrm>
              <a:off x="0" y="0"/>
              <a:ext cx="3510353" cy="241973"/>
            </a:xfrm>
            <a:custGeom>
              <a:avLst/>
              <a:gdLst/>
              <a:ahLst/>
              <a:cxnLst/>
              <a:rect l="l" t="t" r="r" b="b"/>
              <a:pathLst>
                <a:path w="3510353" h="241973">
                  <a:moveTo>
                    <a:pt x="34176" y="0"/>
                  </a:moveTo>
                  <a:lnTo>
                    <a:pt x="3476176" y="0"/>
                  </a:lnTo>
                  <a:cubicBezTo>
                    <a:pt x="3495051" y="0"/>
                    <a:pt x="3510353" y="15301"/>
                    <a:pt x="3510353" y="34176"/>
                  </a:cubicBezTo>
                  <a:lnTo>
                    <a:pt x="3510353" y="207796"/>
                  </a:lnTo>
                  <a:cubicBezTo>
                    <a:pt x="3510353" y="216860"/>
                    <a:pt x="3506752" y="225553"/>
                    <a:pt x="3500343" y="231963"/>
                  </a:cubicBezTo>
                  <a:cubicBezTo>
                    <a:pt x="3493933" y="238372"/>
                    <a:pt x="3485240" y="241973"/>
                    <a:pt x="3476176" y="241973"/>
                  </a:cubicBezTo>
                  <a:lnTo>
                    <a:pt x="34176" y="241973"/>
                  </a:lnTo>
                  <a:cubicBezTo>
                    <a:pt x="15301" y="241973"/>
                    <a:pt x="0" y="226671"/>
                    <a:pt x="0" y="207796"/>
                  </a:cubicBezTo>
                  <a:lnTo>
                    <a:pt x="0" y="34176"/>
                  </a:lnTo>
                  <a:cubicBezTo>
                    <a:pt x="0" y="25112"/>
                    <a:pt x="3601" y="16419"/>
                    <a:pt x="10010" y="10010"/>
                  </a:cubicBezTo>
                  <a:cubicBezTo>
                    <a:pt x="16419" y="3601"/>
                    <a:pt x="25112" y="0"/>
                    <a:pt x="34176" y="0"/>
                  </a:cubicBezTo>
                  <a:close/>
                </a:path>
              </a:pathLst>
            </a:custGeom>
            <a:gradFill rotWithShape="1">
              <a:gsLst>
                <a:gs pos="0">
                  <a:srgbClr val="FFFFFF">
                    <a:alpha val="42000"/>
                  </a:srgbClr>
                </a:gs>
                <a:gs pos="100000">
                  <a:srgbClr val="194D69">
                    <a:alpha val="42000"/>
                  </a:srgbClr>
                </a:gs>
              </a:gsLst>
              <a:lin ang="5400000"/>
            </a:gradFill>
            <a:ln cap="rnd">
              <a:noFill/>
              <a:prstDash val="solid"/>
              <a:round/>
            </a:ln>
          </p:spPr>
        </p:sp>
        <p:sp>
          <p:nvSpPr>
            <p:cNvPr id="10" name="TextBox 10"/>
            <p:cNvSpPr txBox="1"/>
            <p:nvPr/>
          </p:nvSpPr>
          <p:spPr>
            <a:xfrm>
              <a:off x="0" y="-38100"/>
              <a:ext cx="3510353" cy="280073"/>
            </a:xfrm>
            <a:prstGeom prst="rect">
              <a:avLst/>
            </a:prstGeom>
          </p:spPr>
          <p:txBody>
            <a:bodyPr lIns="50800" tIns="50800" rIns="50800" bIns="50800" rtlCol="0" anchor="ctr"/>
            <a:lstStyle/>
            <a:p>
              <a:pPr algn="ctr">
                <a:lnSpc>
                  <a:spcPts val="2660"/>
                </a:lnSpc>
              </a:pPr>
            </a:p>
          </p:txBody>
        </p:sp>
      </p:grpSp>
      <p:sp>
        <p:nvSpPr>
          <p:cNvPr id="11" name="TextBox 11"/>
          <p:cNvSpPr txBox="1"/>
          <p:nvPr/>
        </p:nvSpPr>
        <p:spPr>
          <a:xfrm>
            <a:off x="4387099" y="2938848"/>
            <a:ext cx="9513802" cy="411480"/>
          </a:xfrm>
          <a:prstGeom prst="rect">
            <a:avLst/>
          </a:prstGeom>
        </p:spPr>
        <p:txBody>
          <a:bodyPr lIns="0" tIns="0" rIns="0" bIns="0" rtlCol="0" anchor="t">
            <a:spAutoFit/>
          </a:bodyPr>
          <a:lstStyle/>
          <a:p>
            <a:pPr algn="ctr">
              <a:lnSpc>
                <a:spcPts val="2880"/>
              </a:lnSpc>
            </a:pPr>
            <a:r>
              <a:rPr lang="en-US" sz="3600" b="1">
                <a:solidFill>
                  <a:srgbClr val="7AFFFF"/>
                </a:solidFill>
                <a:latin typeface="TT Autonomous Bold"/>
                <a:ea typeface="TT Autonomous Bold"/>
                <a:cs typeface="TT Autonomous Bold"/>
                <a:sym typeface="TT Autonomous Bold"/>
              </a:rPr>
              <a:t>Table of Content</a:t>
            </a:r>
            <a:endParaRPr lang="en-US" sz="3600" b="1">
              <a:solidFill>
                <a:srgbClr val="7AFFFF"/>
              </a:solidFill>
              <a:latin typeface="TT Autonomous Bold"/>
              <a:ea typeface="TT Autonomous Bold"/>
              <a:cs typeface="TT Autonomous Bold"/>
              <a:sym typeface="TT Autonomous Bold"/>
            </a:endParaRPr>
          </a:p>
        </p:txBody>
      </p:sp>
      <p:sp>
        <p:nvSpPr>
          <p:cNvPr id="12" name="Freeform 12"/>
          <p:cNvSpPr/>
          <p:nvPr/>
        </p:nvSpPr>
        <p:spPr>
          <a:xfrm>
            <a:off x="5486400" y="3972694"/>
            <a:ext cx="7315200" cy="614253"/>
          </a:xfrm>
          <a:custGeom>
            <a:avLst/>
            <a:gdLst/>
            <a:ahLst/>
            <a:cxnLst/>
            <a:rect l="l" t="t" r="r" b="b"/>
            <a:pathLst>
              <a:path w="7315200" h="614253">
                <a:moveTo>
                  <a:pt x="0" y="0"/>
                </a:moveTo>
                <a:lnTo>
                  <a:pt x="7315200" y="0"/>
                </a:lnTo>
                <a:lnTo>
                  <a:pt x="7315200" y="614254"/>
                </a:lnTo>
                <a:lnTo>
                  <a:pt x="0" y="61425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TextBox 13"/>
          <p:cNvSpPr txBox="1"/>
          <p:nvPr/>
        </p:nvSpPr>
        <p:spPr>
          <a:xfrm>
            <a:off x="7259407" y="4999320"/>
            <a:ext cx="3769186" cy="2607945"/>
          </a:xfrm>
          <a:prstGeom prst="rect">
            <a:avLst/>
          </a:prstGeom>
        </p:spPr>
        <p:txBody>
          <a:bodyPr lIns="0" tIns="0" rIns="0" bIns="0" rtlCol="0" anchor="t">
            <a:spAutoFit/>
          </a:bodyPr>
          <a:lstStyle/>
          <a:p>
            <a:pPr marL="496570" lvl="1" indent="-248285" algn="l">
              <a:lnSpc>
                <a:spcPts val="3450"/>
              </a:lnSpc>
              <a:buAutoNum type="arabicPeriod"/>
            </a:pPr>
            <a:r>
              <a:rPr lang="en-US" sz="2300" spc="52">
                <a:solidFill>
                  <a:srgbClr val="FFFFFF"/>
                </a:solidFill>
                <a:latin typeface="Canva Sans"/>
                <a:ea typeface="Canva Sans"/>
                <a:cs typeface="Canva Sans"/>
                <a:sym typeface="Canva Sans"/>
              </a:rPr>
              <a:t>Abstract</a:t>
            </a:r>
            <a:endParaRPr lang="en-US" sz="2300" spc="52">
              <a:solidFill>
                <a:srgbClr val="FFFFFF"/>
              </a:solidFill>
              <a:latin typeface="Canva Sans"/>
              <a:ea typeface="Canva Sans"/>
              <a:cs typeface="Canva Sans"/>
              <a:sym typeface="Canva Sans"/>
            </a:endParaRPr>
          </a:p>
          <a:p>
            <a:pPr marL="496570" lvl="1" indent="-248285" algn="l">
              <a:lnSpc>
                <a:spcPts val="3450"/>
              </a:lnSpc>
              <a:buAutoNum type="arabicPeriod"/>
            </a:pPr>
            <a:r>
              <a:rPr lang="en-US" sz="2300" spc="52">
                <a:solidFill>
                  <a:srgbClr val="FFFFFF"/>
                </a:solidFill>
                <a:latin typeface="Canva Sans"/>
                <a:ea typeface="Canva Sans"/>
                <a:cs typeface="Canva Sans"/>
                <a:sym typeface="Canva Sans"/>
              </a:rPr>
              <a:t>Introduction</a:t>
            </a:r>
            <a:endParaRPr lang="en-US" sz="2300" spc="52">
              <a:solidFill>
                <a:srgbClr val="FFFFFF"/>
              </a:solidFill>
              <a:latin typeface="Canva Sans"/>
              <a:ea typeface="Canva Sans"/>
              <a:cs typeface="Canva Sans"/>
              <a:sym typeface="Canva Sans"/>
            </a:endParaRPr>
          </a:p>
          <a:p>
            <a:pPr marL="496570" lvl="1" indent="-248285" algn="l">
              <a:lnSpc>
                <a:spcPts val="3450"/>
              </a:lnSpc>
              <a:buAutoNum type="arabicPeriod"/>
            </a:pPr>
            <a:r>
              <a:rPr lang="en-US" sz="2300" spc="52">
                <a:solidFill>
                  <a:srgbClr val="FFFFFF"/>
                </a:solidFill>
                <a:latin typeface="Canva Sans"/>
                <a:ea typeface="Canva Sans"/>
                <a:cs typeface="Canva Sans"/>
                <a:sym typeface="Canva Sans"/>
              </a:rPr>
              <a:t>Problems</a:t>
            </a:r>
            <a:endParaRPr lang="en-US" sz="2300" spc="52">
              <a:solidFill>
                <a:srgbClr val="FFFFFF"/>
              </a:solidFill>
              <a:latin typeface="Canva Sans"/>
              <a:ea typeface="Canva Sans"/>
              <a:cs typeface="Canva Sans"/>
              <a:sym typeface="Canva Sans"/>
            </a:endParaRPr>
          </a:p>
          <a:p>
            <a:pPr marL="496570" lvl="1" indent="-248285" algn="l">
              <a:lnSpc>
                <a:spcPts val="3450"/>
              </a:lnSpc>
              <a:buAutoNum type="arabicPeriod"/>
            </a:pPr>
            <a:r>
              <a:rPr lang="en-US" sz="2300" spc="52">
                <a:solidFill>
                  <a:srgbClr val="FFFFFF"/>
                </a:solidFill>
                <a:latin typeface="Canva Sans"/>
                <a:ea typeface="Canva Sans"/>
                <a:cs typeface="Canva Sans"/>
                <a:sym typeface="Canva Sans"/>
              </a:rPr>
              <a:t>Inovation</a:t>
            </a:r>
            <a:endParaRPr lang="en-US" sz="2300" spc="52">
              <a:solidFill>
                <a:srgbClr val="FFFFFF"/>
              </a:solidFill>
              <a:latin typeface="Canva Sans"/>
              <a:ea typeface="Canva Sans"/>
              <a:cs typeface="Canva Sans"/>
              <a:sym typeface="Canva Sans"/>
            </a:endParaRPr>
          </a:p>
          <a:p>
            <a:pPr marL="496570" lvl="1" indent="-248285" algn="l">
              <a:lnSpc>
                <a:spcPts val="3450"/>
              </a:lnSpc>
              <a:buAutoNum type="arabicPeriod"/>
            </a:pPr>
            <a:r>
              <a:rPr lang="en-US" sz="2300" spc="52">
                <a:solidFill>
                  <a:srgbClr val="FFFFFF"/>
                </a:solidFill>
                <a:latin typeface="Canva Sans"/>
                <a:ea typeface="Canva Sans"/>
                <a:cs typeface="Canva Sans"/>
                <a:sym typeface="Canva Sans"/>
              </a:rPr>
              <a:t>Conclusion</a:t>
            </a:r>
            <a:endParaRPr lang="en-US" sz="2300" spc="52">
              <a:solidFill>
                <a:srgbClr val="FFFFFF"/>
              </a:solidFill>
              <a:latin typeface="Canva Sans"/>
              <a:ea typeface="Canva Sans"/>
              <a:cs typeface="Canva Sans"/>
              <a:sym typeface="Canva Sans"/>
            </a:endParaRPr>
          </a:p>
          <a:p>
            <a:pPr marL="496570" lvl="1" indent="-248285" algn="l">
              <a:lnSpc>
                <a:spcPts val="3450"/>
              </a:lnSpc>
              <a:buAutoNum type="arabicPeriod"/>
            </a:pPr>
            <a:r>
              <a:rPr lang="en-US" sz="2300" spc="52">
                <a:solidFill>
                  <a:srgbClr val="FFFFFF"/>
                </a:solidFill>
                <a:latin typeface="Canva Sans"/>
                <a:ea typeface="Canva Sans"/>
                <a:cs typeface="Canva Sans"/>
                <a:sym typeface="Canva Sans"/>
              </a:rPr>
              <a:t>Recommendation</a:t>
            </a:r>
            <a:endParaRPr lang="en-US" sz="2300" spc="52">
              <a:solidFill>
                <a:srgbClr val="FFFFFF"/>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121B"/>
        </a:solidFill>
        <a:effectLst/>
      </p:bgPr>
    </p:bg>
    <p:spTree>
      <p:nvGrpSpPr>
        <p:cNvPr id="1" name=""/>
        <p:cNvGrpSpPr/>
        <p:nvPr/>
      </p:nvGrpSpPr>
      <p:grpSpPr>
        <a:xfrm>
          <a:off x="0" y="0"/>
          <a:ext cx="0" cy="0"/>
          <a:chOff x="0" y="0"/>
          <a:chExt cx="0" cy="0"/>
        </a:xfrm>
      </p:grpSpPr>
      <p:sp>
        <p:nvSpPr>
          <p:cNvPr id="2" name="Freeform 2"/>
          <p:cNvSpPr/>
          <p:nvPr/>
        </p:nvSpPr>
        <p:spPr>
          <a:xfrm flipV="1">
            <a:off x="-3111598" y="4914258"/>
            <a:ext cx="10922401" cy="6732171"/>
          </a:xfrm>
          <a:custGeom>
            <a:avLst/>
            <a:gdLst/>
            <a:ahLst/>
            <a:cxnLst/>
            <a:rect l="l" t="t" r="r" b="b"/>
            <a:pathLst>
              <a:path w="10922401" h="6732171">
                <a:moveTo>
                  <a:pt x="0" y="6732170"/>
                </a:moveTo>
                <a:lnTo>
                  <a:pt x="10922401" y="6732170"/>
                </a:lnTo>
                <a:lnTo>
                  <a:pt x="10922401" y="0"/>
                </a:lnTo>
                <a:lnTo>
                  <a:pt x="0" y="0"/>
                </a:lnTo>
                <a:lnTo>
                  <a:pt x="0" y="673217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10447546" y="551379"/>
            <a:ext cx="10922401" cy="6732171"/>
          </a:xfrm>
          <a:custGeom>
            <a:avLst/>
            <a:gdLst/>
            <a:ahLst/>
            <a:cxnLst/>
            <a:rect l="l" t="t" r="r" b="b"/>
            <a:pathLst>
              <a:path w="10922401" h="6732171">
                <a:moveTo>
                  <a:pt x="10922400" y="0"/>
                </a:moveTo>
                <a:lnTo>
                  <a:pt x="0" y="0"/>
                </a:lnTo>
                <a:lnTo>
                  <a:pt x="0" y="6732171"/>
                </a:lnTo>
                <a:lnTo>
                  <a:pt x="10922400" y="6732171"/>
                </a:lnTo>
                <a:lnTo>
                  <a:pt x="1092240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5400000">
            <a:off x="-5247172" y="364429"/>
            <a:ext cx="10229950" cy="13186708"/>
          </a:xfrm>
          <a:custGeom>
            <a:avLst/>
            <a:gdLst/>
            <a:ahLst/>
            <a:cxnLst/>
            <a:rect l="l" t="t" r="r" b="b"/>
            <a:pathLst>
              <a:path w="10229950" h="13186708">
                <a:moveTo>
                  <a:pt x="0" y="0"/>
                </a:moveTo>
                <a:lnTo>
                  <a:pt x="10229950" y="0"/>
                </a:lnTo>
                <a:lnTo>
                  <a:pt x="10229950" y="13186708"/>
                </a:lnTo>
                <a:lnTo>
                  <a:pt x="0" y="13186708"/>
                </a:lnTo>
                <a:lnTo>
                  <a:pt x="0" y="0"/>
                </a:lnTo>
                <a:close/>
              </a:path>
            </a:pathLst>
          </a:custGeom>
          <a:blipFill>
            <a:blip r:embed="rId3"/>
            <a:stretch>
              <a:fillRect/>
            </a:stretch>
          </a:blipFill>
        </p:spPr>
      </p:sp>
      <p:sp>
        <p:nvSpPr>
          <p:cNvPr id="5" name="Freeform 5"/>
          <p:cNvSpPr/>
          <p:nvPr/>
        </p:nvSpPr>
        <p:spPr>
          <a:xfrm>
            <a:off x="11204702" y="-2701568"/>
            <a:ext cx="7684389" cy="8229600"/>
          </a:xfrm>
          <a:custGeom>
            <a:avLst/>
            <a:gdLst/>
            <a:ahLst/>
            <a:cxnLst/>
            <a:rect l="l" t="t" r="r" b="b"/>
            <a:pathLst>
              <a:path w="7684389" h="8229600">
                <a:moveTo>
                  <a:pt x="0" y="0"/>
                </a:moveTo>
                <a:lnTo>
                  <a:pt x="7684389" y="0"/>
                </a:lnTo>
                <a:lnTo>
                  <a:pt x="7684389" y="8229600"/>
                </a:lnTo>
                <a:lnTo>
                  <a:pt x="0" y="8229600"/>
                </a:lnTo>
                <a:lnTo>
                  <a:pt x="0" y="0"/>
                </a:lnTo>
                <a:close/>
              </a:path>
            </a:pathLst>
          </a:custGeom>
          <a:blipFill>
            <a:blip r:embed="rId4"/>
            <a:stretch>
              <a:fillRect/>
            </a:stretch>
          </a:blipFill>
        </p:spPr>
      </p:sp>
      <p:sp>
        <p:nvSpPr>
          <p:cNvPr id="6" name="Freeform 6"/>
          <p:cNvSpPr/>
          <p:nvPr/>
        </p:nvSpPr>
        <p:spPr>
          <a:xfrm>
            <a:off x="-1046209" y="969886"/>
            <a:ext cx="7315200" cy="443345"/>
          </a:xfrm>
          <a:custGeom>
            <a:avLst/>
            <a:gdLst/>
            <a:ahLst/>
            <a:cxnLst/>
            <a:rect l="l" t="t" r="r" b="b"/>
            <a:pathLst>
              <a:path w="7315200" h="443345">
                <a:moveTo>
                  <a:pt x="0" y="0"/>
                </a:moveTo>
                <a:lnTo>
                  <a:pt x="7315200" y="0"/>
                </a:lnTo>
                <a:lnTo>
                  <a:pt x="7315200" y="443346"/>
                </a:lnTo>
                <a:lnTo>
                  <a:pt x="0" y="4433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rot="0">
            <a:off x="6461157" y="808418"/>
            <a:ext cx="2213848" cy="766281"/>
            <a:chOff x="0" y="0"/>
            <a:chExt cx="583071" cy="201819"/>
          </a:xfrm>
        </p:grpSpPr>
        <p:sp>
          <p:nvSpPr>
            <p:cNvPr id="8" name="Freeform 8"/>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001E2E"/>
            </a:solidFill>
            <a:ln w="38100" cap="sq">
              <a:solidFill>
                <a:srgbClr val="7AFFFF"/>
              </a:solidFill>
              <a:prstDash val="solid"/>
              <a:miter/>
            </a:ln>
          </p:spPr>
        </p:sp>
        <p:sp>
          <p:nvSpPr>
            <p:cNvPr id="9" name="TextBox 9"/>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0" name="Group 10"/>
          <p:cNvGrpSpPr/>
          <p:nvPr/>
        </p:nvGrpSpPr>
        <p:grpSpPr>
          <a:xfrm rot="0">
            <a:off x="8832930" y="808418"/>
            <a:ext cx="2213848" cy="766281"/>
            <a:chOff x="0" y="0"/>
            <a:chExt cx="583071" cy="201819"/>
          </a:xfrm>
        </p:grpSpPr>
        <p:sp>
          <p:nvSpPr>
            <p:cNvPr id="11" name="Freeform 11"/>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p:spPr>
        </p:sp>
        <p:sp>
          <p:nvSpPr>
            <p:cNvPr id="12" name="TextBox 12"/>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3" name="Group 13"/>
          <p:cNvGrpSpPr/>
          <p:nvPr/>
        </p:nvGrpSpPr>
        <p:grpSpPr>
          <a:xfrm rot="0">
            <a:off x="11204702" y="808418"/>
            <a:ext cx="2213848" cy="766281"/>
            <a:chOff x="0" y="0"/>
            <a:chExt cx="583071" cy="201819"/>
          </a:xfrm>
        </p:grpSpPr>
        <p:sp>
          <p:nvSpPr>
            <p:cNvPr id="14" name="Freeform 14"/>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p:spPr>
        </p:sp>
        <p:sp>
          <p:nvSpPr>
            <p:cNvPr id="15" name="TextBox 15"/>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6" name="Group 16"/>
          <p:cNvGrpSpPr/>
          <p:nvPr/>
        </p:nvGrpSpPr>
        <p:grpSpPr>
          <a:xfrm rot="0">
            <a:off x="13576475" y="808418"/>
            <a:ext cx="2213848" cy="766281"/>
            <a:chOff x="0" y="0"/>
            <a:chExt cx="583071" cy="201819"/>
          </a:xfrm>
        </p:grpSpPr>
        <p:sp>
          <p:nvSpPr>
            <p:cNvPr id="17" name="Freeform 17"/>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p:spPr>
        </p:sp>
        <p:sp>
          <p:nvSpPr>
            <p:cNvPr id="18" name="TextBox 18"/>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9" name="Group 19"/>
          <p:cNvGrpSpPr/>
          <p:nvPr/>
        </p:nvGrpSpPr>
        <p:grpSpPr>
          <a:xfrm rot="0">
            <a:off x="15948247" y="808418"/>
            <a:ext cx="2213848" cy="766281"/>
            <a:chOff x="0" y="0"/>
            <a:chExt cx="583071" cy="201819"/>
          </a:xfrm>
        </p:grpSpPr>
        <p:sp>
          <p:nvSpPr>
            <p:cNvPr id="20" name="Freeform 20"/>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p:spPr>
        </p:sp>
        <p:sp>
          <p:nvSpPr>
            <p:cNvPr id="21" name="TextBox 21"/>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sp>
        <p:nvSpPr>
          <p:cNvPr id="22" name="TextBox 22"/>
          <p:cNvSpPr txBox="1"/>
          <p:nvPr/>
        </p:nvSpPr>
        <p:spPr>
          <a:xfrm>
            <a:off x="4387099" y="2922001"/>
            <a:ext cx="9513802" cy="411480"/>
          </a:xfrm>
          <a:prstGeom prst="rect">
            <a:avLst/>
          </a:prstGeom>
        </p:spPr>
        <p:txBody>
          <a:bodyPr lIns="0" tIns="0" rIns="0" bIns="0" rtlCol="0" anchor="t">
            <a:spAutoFit/>
          </a:bodyPr>
          <a:lstStyle/>
          <a:p>
            <a:pPr algn="ctr">
              <a:lnSpc>
                <a:spcPts val="2880"/>
              </a:lnSpc>
            </a:pPr>
            <a:r>
              <a:rPr lang="en-US" sz="3600" b="1">
                <a:solidFill>
                  <a:srgbClr val="7AFFFF"/>
                </a:solidFill>
                <a:latin typeface="TT Autonomous Bold"/>
                <a:ea typeface="TT Autonomous Bold"/>
                <a:cs typeface="TT Autonomous Bold"/>
                <a:sym typeface="TT Autonomous Bold"/>
              </a:rPr>
              <a:t>Abstract</a:t>
            </a:r>
            <a:endParaRPr lang="en-US" sz="3600" b="1">
              <a:solidFill>
                <a:srgbClr val="7AFFFF"/>
              </a:solidFill>
              <a:latin typeface="TT Autonomous Bold"/>
              <a:ea typeface="TT Autonomous Bold"/>
              <a:cs typeface="TT Autonomous Bold"/>
              <a:sym typeface="TT Autonomous Bold"/>
            </a:endParaRPr>
          </a:p>
        </p:txBody>
      </p:sp>
      <p:sp>
        <p:nvSpPr>
          <p:cNvPr id="23" name="TextBox 23"/>
          <p:cNvSpPr txBox="1"/>
          <p:nvPr/>
        </p:nvSpPr>
        <p:spPr>
          <a:xfrm>
            <a:off x="6519341"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Abstract</a:t>
            </a:r>
            <a:endParaRPr lang="en-US" sz="1800" b="1" spc="41">
              <a:solidFill>
                <a:srgbClr val="7AFFFF"/>
              </a:solidFill>
              <a:latin typeface="Canva Sans Bold"/>
              <a:ea typeface="Canva Sans Bold"/>
              <a:cs typeface="Canva Sans Bold"/>
              <a:sym typeface="Canva Sans Bold"/>
            </a:endParaRPr>
          </a:p>
        </p:txBody>
      </p:sp>
      <p:sp>
        <p:nvSpPr>
          <p:cNvPr id="24" name="TextBox 24"/>
          <p:cNvSpPr txBox="1"/>
          <p:nvPr/>
        </p:nvSpPr>
        <p:spPr>
          <a:xfrm>
            <a:off x="8895394"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Introduction</a:t>
            </a:r>
            <a:endParaRPr lang="en-US" sz="1800" b="1" spc="41">
              <a:solidFill>
                <a:srgbClr val="7AFFFF"/>
              </a:solidFill>
              <a:latin typeface="Canva Sans Bold"/>
              <a:ea typeface="Canva Sans Bold"/>
              <a:cs typeface="Canva Sans Bold"/>
              <a:sym typeface="Canva Sans Bold"/>
            </a:endParaRPr>
          </a:p>
        </p:txBody>
      </p:sp>
      <p:sp>
        <p:nvSpPr>
          <p:cNvPr id="25" name="TextBox 25"/>
          <p:cNvSpPr txBox="1"/>
          <p:nvPr/>
        </p:nvSpPr>
        <p:spPr>
          <a:xfrm>
            <a:off x="11271447"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Problems</a:t>
            </a:r>
            <a:endParaRPr lang="en-US" sz="1800" b="1" spc="41">
              <a:solidFill>
                <a:srgbClr val="7AFFFF"/>
              </a:solidFill>
              <a:latin typeface="Canva Sans Bold"/>
              <a:ea typeface="Canva Sans Bold"/>
              <a:cs typeface="Canva Sans Bold"/>
              <a:sym typeface="Canva Sans Bold"/>
            </a:endParaRPr>
          </a:p>
        </p:txBody>
      </p:sp>
      <p:sp>
        <p:nvSpPr>
          <p:cNvPr id="26" name="TextBox 26"/>
          <p:cNvSpPr txBox="1"/>
          <p:nvPr/>
        </p:nvSpPr>
        <p:spPr>
          <a:xfrm>
            <a:off x="13647500"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Innovation</a:t>
            </a:r>
            <a:endParaRPr lang="en-US" sz="1800" b="1" spc="41">
              <a:solidFill>
                <a:srgbClr val="7AFFFF"/>
              </a:solidFill>
              <a:latin typeface="Canva Sans Bold"/>
              <a:ea typeface="Canva Sans Bold"/>
              <a:cs typeface="Canva Sans Bold"/>
              <a:sym typeface="Canva Sans Bold"/>
            </a:endParaRPr>
          </a:p>
        </p:txBody>
      </p:sp>
      <p:sp>
        <p:nvSpPr>
          <p:cNvPr id="27" name="TextBox 27"/>
          <p:cNvSpPr txBox="1"/>
          <p:nvPr/>
        </p:nvSpPr>
        <p:spPr>
          <a:xfrm>
            <a:off x="16023553"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Conclusion</a:t>
            </a:r>
            <a:endParaRPr lang="en-US" sz="1800" b="1" spc="41">
              <a:solidFill>
                <a:srgbClr val="7AFFFF"/>
              </a:solidFill>
              <a:latin typeface="Canva Sans Bold"/>
              <a:ea typeface="Canva Sans Bold"/>
              <a:cs typeface="Canva Sans Bold"/>
              <a:sym typeface="Canva Sans Bold"/>
            </a:endParaRPr>
          </a:p>
        </p:txBody>
      </p:sp>
      <p:sp>
        <p:nvSpPr>
          <p:cNvPr id="28" name="TextBox 28"/>
          <p:cNvSpPr txBox="1"/>
          <p:nvPr/>
        </p:nvSpPr>
        <p:spPr>
          <a:xfrm>
            <a:off x="4048778" y="3575954"/>
            <a:ext cx="10190444" cy="3484245"/>
          </a:xfrm>
          <a:prstGeom prst="rect">
            <a:avLst/>
          </a:prstGeom>
        </p:spPr>
        <p:txBody>
          <a:bodyPr lIns="0" tIns="0" rIns="0" bIns="0" rtlCol="0" anchor="t">
            <a:spAutoFit/>
          </a:bodyPr>
          <a:lstStyle/>
          <a:p>
            <a:pPr algn="ctr">
              <a:lnSpc>
                <a:spcPts val="3450"/>
              </a:lnSpc>
            </a:pPr>
            <a:r>
              <a:rPr lang="en-US" sz="2300" spc="52">
                <a:solidFill>
                  <a:srgbClr val="FFFFFF"/>
                </a:solidFill>
                <a:latin typeface="Canva Sans"/>
                <a:ea typeface="Canva Sans"/>
                <a:cs typeface="Canva Sans"/>
                <a:sym typeface="Canva Sans"/>
              </a:rPr>
              <a:t>Lorem ipsum dolor sit amet, consectetur adipiscing elit. Quisque euismod maximus nisi, quis tincidunt dolor facilisis a. Sed vitae massa sodales, auctor ipsum a, aliquet dolor. Pellentesque habitant morbi tristique senectus et netus et malesuada fames ac turpis egestas. </a:t>
            </a:r>
            <a:r>
              <a:rPr lang="en-US" sz="2300" spc="52">
                <a:solidFill>
                  <a:srgbClr val="FFFFFF"/>
                </a:solidFill>
                <a:latin typeface="Canva Sans"/>
                <a:ea typeface="Canva Sans"/>
                <a:cs typeface="Canva Sans"/>
                <a:sym typeface="Canva Sans"/>
              </a:rPr>
              <a:t>Vestibulum tortor quam, feugiat vitae, ultricies eget, tempor sit amet, ante. Donec quam felis, ultricies nec, pellentesque eu, pretium quis, sem. Nulla consequat massa quis enim. Donec pede justo, fringilla vel, aliquet nec, vulputate eget, arcu.</a:t>
            </a:r>
            <a:endParaRPr lang="en-US" sz="2300" spc="52">
              <a:solidFill>
                <a:srgbClr val="FFFFFF"/>
              </a:solidFill>
              <a:latin typeface="Canva Sans"/>
              <a:ea typeface="Canva Sans"/>
              <a:cs typeface="Canva Sans"/>
              <a:sym typeface="Canv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121B"/>
        </a:solidFill>
        <a:effectLst/>
      </p:bgPr>
    </p:bg>
    <p:spTree>
      <p:nvGrpSpPr>
        <p:cNvPr id="1" name=""/>
        <p:cNvGrpSpPr/>
        <p:nvPr/>
      </p:nvGrpSpPr>
      <p:grpSpPr>
        <a:xfrm>
          <a:off x="0" y="0"/>
          <a:ext cx="0" cy="0"/>
          <a:chOff x="0" y="0"/>
          <a:chExt cx="0" cy="0"/>
        </a:xfrm>
      </p:grpSpPr>
      <p:sp>
        <p:nvSpPr>
          <p:cNvPr id="2" name="Freeform 2"/>
          <p:cNvSpPr/>
          <p:nvPr/>
        </p:nvSpPr>
        <p:spPr>
          <a:xfrm flipV="1">
            <a:off x="-3111598" y="4914258"/>
            <a:ext cx="10922401" cy="6732171"/>
          </a:xfrm>
          <a:custGeom>
            <a:avLst/>
            <a:gdLst/>
            <a:ahLst/>
            <a:cxnLst/>
            <a:rect l="l" t="t" r="r" b="b"/>
            <a:pathLst>
              <a:path w="10922401" h="6732171">
                <a:moveTo>
                  <a:pt x="0" y="6732170"/>
                </a:moveTo>
                <a:lnTo>
                  <a:pt x="10922401" y="6732170"/>
                </a:lnTo>
                <a:lnTo>
                  <a:pt x="10922401" y="0"/>
                </a:lnTo>
                <a:lnTo>
                  <a:pt x="0" y="0"/>
                </a:lnTo>
                <a:lnTo>
                  <a:pt x="0" y="673217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10447546" y="551379"/>
            <a:ext cx="10922401" cy="6732171"/>
          </a:xfrm>
          <a:custGeom>
            <a:avLst/>
            <a:gdLst/>
            <a:ahLst/>
            <a:cxnLst/>
            <a:rect l="l" t="t" r="r" b="b"/>
            <a:pathLst>
              <a:path w="10922401" h="6732171">
                <a:moveTo>
                  <a:pt x="10922400" y="0"/>
                </a:moveTo>
                <a:lnTo>
                  <a:pt x="0" y="0"/>
                </a:lnTo>
                <a:lnTo>
                  <a:pt x="0" y="6732171"/>
                </a:lnTo>
                <a:lnTo>
                  <a:pt x="10922400" y="6732171"/>
                </a:lnTo>
                <a:lnTo>
                  <a:pt x="1092240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5400000">
            <a:off x="-5247172" y="364429"/>
            <a:ext cx="10229950" cy="13186708"/>
          </a:xfrm>
          <a:custGeom>
            <a:avLst/>
            <a:gdLst/>
            <a:ahLst/>
            <a:cxnLst/>
            <a:rect l="l" t="t" r="r" b="b"/>
            <a:pathLst>
              <a:path w="10229950" h="13186708">
                <a:moveTo>
                  <a:pt x="0" y="0"/>
                </a:moveTo>
                <a:lnTo>
                  <a:pt x="10229950" y="0"/>
                </a:lnTo>
                <a:lnTo>
                  <a:pt x="10229950" y="13186708"/>
                </a:lnTo>
                <a:lnTo>
                  <a:pt x="0" y="13186708"/>
                </a:lnTo>
                <a:lnTo>
                  <a:pt x="0" y="0"/>
                </a:lnTo>
                <a:close/>
              </a:path>
            </a:pathLst>
          </a:custGeom>
          <a:blipFill>
            <a:blip r:embed="rId3"/>
            <a:stretch>
              <a:fillRect/>
            </a:stretch>
          </a:blipFill>
        </p:spPr>
      </p:sp>
      <p:sp>
        <p:nvSpPr>
          <p:cNvPr id="5" name="Freeform 5"/>
          <p:cNvSpPr/>
          <p:nvPr/>
        </p:nvSpPr>
        <p:spPr>
          <a:xfrm>
            <a:off x="11204702" y="-2701568"/>
            <a:ext cx="7684389" cy="8229600"/>
          </a:xfrm>
          <a:custGeom>
            <a:avLst/>
            <a:gdLst/>
            <a:ahLst/>
            <a:cxnLst/>
            <a:rect l="l" t="t" r="r" b="b"/>
            <a:pathLst>
              <a:path w="7684389" h="8229600">
                <a:moveTo>
                  <a:pt x="0" y="0"/>
                </a:moveTo>
                <a:lnTo>
                  <a:pt x="7684389" y="0"/>
                </a:lnTo>
                <a:lnTo>
                  <a:pt x="7684389" y="8229600"/>
                </a:lnTo>
                <a:lnTo>
                  <a:pt x="0" y="8229600"/>
                </a:lnTo>
                <a:lnTo>
                  <a:pt x="0" y="0"/>
                </a:lnTo>
                <a:close/>
              </a:path>
            </a:pathLst>
          </a:custGeom>
          <a:blipFill>
            <a:blip r:embed="rId4"/>
            <a:stretch>
              <a:fillRect/>
            </a:stretch>
          </a:blipFill>
        </p:spPr>
      </p:sp>
      <p:sp>
        <p:nvSpPr>
          <p:cNvPr id="6" name="Freeform 6"/>
          <p:cNvSpPr/>
          <p:nvPr/>
        </p:nvSpPr>
        <p:spPr>
          <a:xfrm>
            <a:off x="-1046209" y="969886"/>
            <a:ext cx="7315200" cy="443345"/>
          </a:xfrm>
          <a:custGeom>
            <a:avLst/>
            <a:gdLst/>
            <a:ahLst/>
            <a:cxnLst/>
            <a:rect l="l" t="t" r="r" b="b"/>
            <a:pathLst>
              <a:path w="7315200" h="443345">
                <a:moveTo>
                  <a:pt x="0" y="0"/>
                </a:moveTo>
                <a:lnTo>
                  <a:pt x="7315200" y="0"/>
                </a:lnTo>
                <a:lnTo>
                  <a:pt x="7315200" y="443346"/>
                </a:lnTo>
                <a:lnTo>
                  <a:pt x="0" y="4433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rot="0">
            <a:off x="6461157" y="808418"/>
            <a:ext cx="2213848" cy="766281"/>
            <a:chOff x="0" y="0"/>
            <a:chExt cx="583071" cy="201819"/>
          </a:xfrm>
        </p:grpSpPr>
        <p:sp>
          <p:nvSpPr>
            <p:cNvPr id="8" name="Freeform 8"/>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a:ln cap="sq">
              <a:noFill/>
              <a:prstDash val="solid"/>
              <a:miter/>
            </a:ln>
          </p:spPr>
        </p:sp>
        <p:sp>
          <p:nvSpPr>
            <p:cNvPr id="9" name="TextBox 9"/>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0" name="Group 10"/>
          <p:cNvGrpSpPr/>
          <p:nvPr/>
        </p:nvGrpSpPr>
        <p:grpSpPr>
          <a:xfrm rot="0">
            <a:off x="8832930" y="808418"/>
            <a:ext cx="2213848" cy="766281"/>
            <a:chOff x="0" y="0"/>
            <a:chExt cx="583071" cy="201819"/>
          </a:xfrm>
        </p:grpSpPr>
        <p:sp>
          <p:nvSpPr>
            <p:cNvPr id="11" name="Freeform 11"/>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001E2E"/>
            </a:solidFill>
            <a:ln w="38100" cap="sq">
              <a:solidFill>
                <a:srgbClr val="7AFFFF"/>
              </a:solidFill>
              <a:prstDash val="solid"/>
              <a:miter/>
            </a:ln>
          </p:spPr>
        </p:sp>
        <p:sp>
          <p:nvSpPr>
            <p:cNvPr id="12" name="TextBox 12"/>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3" name="Group 13"/>
          <p:cNvGrpSpPr/>
          <p:nvPr/>
        </p:nvGrpSpPr>
        <p:grpSpPr>
          <a:xfrm rot="0">
            <a:off x="11204702" y="808418"/>
            <a:ext cx="2213848" cy="766281"/>
            <a:chOff x="0" y="0"/>
            <a:chExt cx="583071" cy="201819"/>
          </a:xfrm>
        </p:grpSpPr>
        <p:sp>
          <p:nvSpPr>
            <p:cNvPr id="14" name="Freeform 14"/>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p:spPr>
        </p:sp>
        <p:sp>
          <p:nvSpPr>
            <p:cNvPr id="15" name="TextBox 15"/>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6" name="Group 16"/>
          <p:cNvGrpSpPr/>
          <p:nvPr/>
        </p:nvGrpSpPr>
        <p:grpSpPr>
          <a:xfrm rot="0">
            <a:off x="13576475" y="808418"/>
            <a:ext cx="2213848" cy="766281"/>
            <a:chOff x="0" y="0"/>
            <a:chExt cx="583071" cy="201819"/>
          </a:xfrm>
        </p:grpSpPr>
        <p:sp>
          <p:nvSpPr>
            <p:cNvPr id="17" name="Freeform 17"/>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p:spPr>
        </p:sp>
        <p:sp>
          <p:nvSpPr>
            <p:cNvPr id="18" name="TextBox 18"/>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9" name="Group 19"/>
          <p:cNvGrpSpPr/>
          <p:nvPr/>
        </p:nvGrpSpPr>
        <p:grpSpPr>
          <a:xfrm rot="0">
            <a:off x="15948247" y="808418"/>
            <a:ext cx="2213848" cy="766281"/>
            <a:chOff x="0" y="0"/>
            <a:chExt cx="583071" cy="201819"/>
          </a:xfrm>
        </p:grpSpPr>
        <p:sp>
          <p:nvSpPr>
            <p:cNvPr id="20" name="Freeform 20"/>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p:spPr>
        </p:sp>
        <p:sp>
          <p:nvSpPr>
            <p:cNvPr id="21" name="TextBox 21"/>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22" name="Group 22"/>
          <p:cNvGrpSpPr/>
          <p:nvPr/>
        </p:nvGrpSpPr>
        <p:grpSpPr>
          <a:xfrm rot="0">
            <a:off x="9935573" y="6737707"/>
            <a:ext cx="6995160" cy="5246370"/>
            <a:chOff x="0" y="0"/>
            <a:chExt cx="812800" cy="609600"/>
          </a:xfrm>
        </p:grpSpPr>
        <p:sp>
          <p:nvSpPr>
            <p:cNvPr id="23" name="Freeform 23"/>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blipFill>
              <a:blip r:embed="rId7"/>
              <a:stretch>
                <a:fillRect l="-6285" r="-6285"/>
              </a:stretch>
            </a:blipFill>
            <a:ln w="38100" cap="sq">
              <a:solidFill>
                <a:srgbClr val="C5FFFF"/>
              </a:solidFill>
              <a:prstDash val="solid"/>
              <a:miter/>
            </a:ln>
          </p:spPr>
        </p:sp>
      </p:grpSp>
      <p:grpSp>
        <p:nvGrpSpPr>
          <p:cNvPr id="24" name="Group 24"/>
          <p:cNvGrpSpPr/>
          <p:nvPr/>
        </p:nvGrpSpPr>
        <p:grpSpPr>
          <a:xfrm rot="0">
            <a:off x="14476613" y="4114522"/>
            <a:ext cx="6995160" cy="5246370"/>
            <a:chOff x="0" y="0"/>
            <a:chExt cx="812800" cy="609600"/>
          </a:xfrm>
        </p:grpSpPr>
        <p:sp>
          <p:nvSpPr>
            <p:cNvPr id="25" name="Freeform 25"/>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blipFill>
              <a:blip r:embed="rId8"/>
              <a:stretch>
                <a:fillRect l="-16964" r="-16964"/>
              </a:stretch>
            </a:blipFill>
            <a:ln w="38100" cap="sq">
              <a:solidFill>
                <a:srgbClr val="C5FFFF"/>
              </a:solidFill>
              <a:prstDash val="solid"/>
              <a:miter/>
            </a:ln>
          </p:spPr>
        </p:sp>
      </p:grpSp>
      <p:grpSp>
        <p:nvGrpSpPr>
          <p:cNvPr id="26" name="Group 26"/>
          <p:cNvGrpSpPr/>
          <p:nvPr/>
        </p:nvGrpSpPr>
        <p:grpSpPr>
          <a:xfrm rot="0">
            <a:off x="11121362" y="3566429"/>
            <a:ext cx="4011176" cy="3008382"/>
            <a:chOff x="0" y="0"/>
            <a:chExt cx="812800" cy="609600"/>
          </a:xfrm>
        </p:grpSpPr>
        <p:sp>
          <p:nvSpPr>
            <p:cNvPr id="27" name="Freeform 27"/>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blipFill>
              <a:blip r:embed="rId9"/>
              <a:stretch>
                <a:fillRect l="-16666" r="-16666"/>
              </a:stretch>
            </a:blipFill>
            <a:ln w="38100" cap="sq">
              <a:solidFill>
                <a:srgbClr val="C5FFFF"/>
              </a:solidFill>
              <a:prstDash val="solid"/>
              <a:miter/>
            </a:ln>
          </p:spPr>
        </p:sp>
      </p:grpSp>
      <p:sp>
        <p:nvSpPr>
          <p:cNvPr id="28" name="TextBox 28"/>
          <p:cNvSpPr txBox="1"/>
          <p:nvPr/>
        </p:nvSpPr>
        <p:spPr>
          <a:xfrm>
            <a:off x="4387099" y="2922001"/>
            <a:ext cx="9513802" cy="411480"/>
          </a:xfrm>
          <a:prstGeom prst="rect">
            <a:avLst/>
          </a:prstGeom>
        </p:spPr>
        <p:txBody>
          <a:bodyPr lIns="0" tIns="0" rIns="0" bIns="0" rtlCol="0" anchor="t">
            <a:spAutoFit/>
          </a:bodyPr>
          <a:lstStyle/>
          <a:p>
            <a:pPr algn="ctr">
              <a:lnSpc>
                <a:spcPts val="2880"/>
              </a:lnSpc>
            </a:pPr>
            <a:r>
              <a:rPr lang="en-US" sz="3600" b="1">
                <a:solidFill>
                  <a:srgbClr val="7AFFFF"/>
                </a:solidFill>
                <a:latin typeface="TT Autonomous Bold"/>
                <a:ea typeface="TT Autonomous Bold"/>
                <a:cs typeface="TT Autonomous Bold"/>
                <a:sym typeface="TT Autonomous Bold"/>
              </a:rPr>
              <a:t>Introduction</a:t>
            </a:r>
            <a:endParaRPr lang="en-US" sz="3600" b="1">
              <a:solidFill>
                <a:srgbClr val="7AFFFF"/>
              </a:solidFill>
              <a:latin typeface="TT Autonomous Bold"/>
              <a:ea typeface="TT Autonomous Bold"/>
              <a:cs typeface="TT Autonomous Bold"/>
              <a:sym typeface="TT Autonomous Bold"/>
            </a:endParaRPr>
          </a:p>
        </p:txBody>
      </p:sp>
      <p:sp>
        <p:nvSpPr>
          <p:cNvPr id="29" name="TextBox 29"/>
          <p:cNvSpPr txBox="1"/>
          <p:nvPr/>
        </p:nvSpPr>
        <p:spPr>
          <a:xfrm>
            <a:off x="6519341"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Abstract</a:t>
            </a:r>
            <a:endParaRPr lang="en-US" sz="1800" b="1" spc="41">
              <a:solidFill>
                <a:srgbClr val="7AFFFF"/>
              </a:solidFill>
              <a:latin typeface="Canva Sans Bold"/>
              <a:ea typeface="Canva Sans Bold"/>
              <a:cs typeface="Canva Sans Bold"/>
              <a:sym typeface="Canva Sans Bold"/>
            </a:endParaRPr>
          </a:p>
        </p:txBody>
      </p:sp>
      <p:sp>
        <p:nvSpPr>
          <p:cNvPr id="30" name="TextBox 30"/>
          <p:cNvSpPr txBox="1"/>
          <p:nvPr/>
        </p:nvSpPr>
        <p:spPr>
          <a:xfrm>
            <a:off x="8895394"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Introduction</a:t>
            </a:r>
            <a:endParaRPr lang="en-US" sz="1800" b="1" spc="41">
              <a:solidFill>
                <a:srgbClr val="7AFFFF"/>
              </a:solidFill>
              <a:latin typeface="Canva Sans Bold"/>
              <a:ea typeface="Canva Sans Bold"/>
              <a:cs typeface="Canva Sans Bold"/>
              <a:sym typeface="Canva Sans Bold"/>
            </a:endParaRPr>
          </a:p>
        </p:txBody>
      </p:sp>
      <p:sp>
        <p:nvSpPr>
          <p:cNvPr id="31" name="TextBox 31"/>
          <p:cNvSpPr txBox="1"/>
          <p:nvPr/>
        </p:nvSpPr>
        <p:spPr>
          <a:xfrm>
            <a:off x="11271447"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Problems</a:t>
            </a:r>
            <a:endParaRPr lang="en-US" sz="1800" b="1" spc="41">
              <a:solidFill>
                <a:srgbClr val="7AFFFF"/>
              </a:solidFill>
              <a:latin typeface="Canva Sans Bold"/>
              <a:ea typeface="Canva Sans Bold"/>
              <a:cs typeface="Canva Sans Bold"/>
              <a:sym typeface="Canva Sans Bold"/>
            </a:endParaRPr>
          </a:p>
        </p:txBody>
      </p:sp>
      <p:sp>
        <p:nvSpPr>
          <p:cNvPr id="32" name="TextBox 32"/>
          <p:cNvSpPr txBox="1"/>
          <p:nvPr/>
        </p:nvSpPr>
        <p:spPr>
          <a:xfrm>
            <a:off x="13647500"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Innovation</a:t>
            </a:r>
            <a:endParaRPr lang="en-US" sz="1800" b="1" spc="41">
              <a:solidFill>
                <a:srgbClr val="7AFFFF"/>
              </a:solidFill>
              <a:latin typeface="Canva Sans Bold"/>
              <a:ea typeface="Canva Sans Bold"/>
              <a:cs typeface="Canva Sans Bold"/>
              <a:sym typeface="Canva Sans Bold"/>
            </a:endParaRPr>
          </a:p>
        </p:txBody>
      </p:sp>
      <p:sp>
        <p:nvSpPr>
          <p:cNvPr id="33" name="TextBox 33"/>
          <p:cNvSpPr txBox="1"/>
          <p:nvPr/>
        </p:nvSpPr>
        <p:spPr>
          <a:xfrm>
            <a:off x="16023553"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Conclusion</a:t>
            </a:r>
            <a:endParaRPr lang="en-US" sz="1800" b="1" spc="41">
              <a:solidFill>
                <a:srgbClr val="7AFFFF"/>
              </a:solidFill>
              <a:latin typeface="Canva Sans Bold"/>
              <a:ea typeface="Canva Sans Bold"/>
              <a:cs typeface="Canva Sans Bold"/>
              <a:sym typeface="Canva Sans Bold"/>
            </a:endParaRPr>
          </a:p>
        </p:txBody>
      </p:sp>
      <p:sp>
        <p:nvSpPr>
          <p:cNvPr id="34" name="TextBox 34"/>
          <p:cNvSpPr txBox="1"/>
          <p:nvPr/>
        </p:nvSpPr>
        <p:spPr>
          <a:xfrm>
            <a:off x="2112531" y="3575954"/>
            <a:ext cx="7406662" cy="5236845"/>
          </a:xfrm>
          <a:prstGeom prst="rect">
            <a:avLst/>
          </a:prstGeom>
        </p:spPr>
        <p:txBody>
          <a:bodyPr lIns="0" tIns="0" rIns="0" bIns="0" rtlCol="0" anchor="t">
            <a:spAutoFit/>
          </a:bodyPr>
          <a:lstStyle/>
          <a:p>
            <a:pPr algn="l">
              <a:lnSpc>
                <a:spcPts val="3450"/>
              </a:lnSpc>
            </a:pPr>
            <a:r>
              <a:rPr lang="en-US" sz="2300" spc="52">
                <a:solidFill>
                  <a:srgbClr val="FFFFFF"/>
                </a:solidFill>
                <a:latin typeface="Canva Sans"/>
                <a:ea typeface="Canva Sans"/>
                <a:cs typeface="Canva Sans"/>
                <a:sym typeface="Canva Sans"/>
              </a:rPr>
              <a:t>Lorem ipsum dolor sit amet, consectetur adipiscing elit. Quisque euismod maximus nisi, quis tincidunt dolor facilisis a. Sed vitae massa sodales, auctor ipsum a, aliquet dolor. Pellentesque habitant morbi tristique senectus et netus et malesuada fames ac turpis egestas. </a:t>
            </a:r>
            <a:r>
              <a:rPr lang="en-US" sz="2300" spc="52">
                <a:solidFill>
                  <a:srgbClr val="FFFFFF"/>
                </a:solidFill>
                <a:latin typeface="Canva Sans"/>
                <a:ea typeface="Canva Sans"/>
                <a:cs typeface="Canva Sans"/>
                <a:sym typeface="Canva Sans"/>
              </a:rPr>
              <a:t>Vestibulum tortor quam, feugiat vitae, ultricies eget, tempor sit amet, ante. Donec quam felis, ultricies nec, pellentesque eu, pretium quis, sem. Nulla consequat massa quis enim. Donec pede justo, fringilla vel, aliquet nec, vulputate eget, arcu.</a:t>
            </a:r>
            <a:endParaRPr lang="en-US" sz="2300" spc="52">
              <a:solidFill>
                <a:srgbClr val="FFFFFF"/>
              </a:solidFill>
              <a:latin typeface="Canva Sans"/>
              <a:ea typeface="Canva Sans"/>
              <a:cs typeface="Canva Sans"/>
              <a:sym typeface="Canv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121B"/>
        </a:solidFill>
        <a:effectLst/>
      </p:bgPr>
    </p:bg>
    <p:spTree>
      <p:nvGrpSpPr>
        <p:cNvPr id="1" name=""/>
        <p:cNvGrpSpPr/>
        <p:nvPr/>
      </p:nvGrpSpPr>
      <p:grpSpPr>
        <a:xfrm>
          <a:off x="0" y="0"/>
          <a:ext cx="0" cy="0"/>
          <a:chOff x="0" y="0"/>
          <a:chExt cx="0" cy="0"/>
        </a:xfrm>
      </p:grpSpPr>
      <p:sp>
        <p:nvSpPr>
          <p:cNvPr id="2" name="Freeform 2"/>
          <p:cNvSpPr/>
          <p:nvPr/>
        </p:nvSpPr>
        <p:spPr>
          <a:xfrm flipV="1">
            <a:off x="-3111598" y="4914258"/>
            <a:ext cx="10922401" cy="6732171"/>
          </a:xfrm>
          <a:custGeom>
            <a:avLst/>
            <a:gdLst/>
            <a:ahLst/>
            <a:cxnLst/>
            <a:rect l="l" t="t" r="r" b="b"/>
            <a:pathLst>
              <a:path w="10922401" h="6732171">
                <a:moveTo>
                  <a:pt x="0" y="6732170"/>
                </a:moveTo>
                <a:lnTo>
                  <a:pt x="10922401" y="6732170"/>
                </a:lnTo>
                <a:lnTo>
                  <a:pt x="10922401" y="0"/>
                </a:lnTo>
                <a:lnTo>
                  <a:pt x="0" y="0"/>
                </a:lnTo>
                <a:lnTo>
                  <a:pt x="0" y="673217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10447546" y="551379"/>
            <a:ext cx="10922401" cy="6732171"/>
          </a:xfrm>
          <a:custGeom>
            <a:avLst/>
            <a:gdLst/>
            <a:ahLst/>
            <a:cxnLst/>
            <a:rect l="l" t="t" r="r" b="b"/>
            <a:pathLst>
              <a:path w="10922401" h="6732171">
                <a:moveTo>
                  <a:pt x="10922400" y="0"/>
                </a:moveTo>
                <a:lnTo>
                  <a:pt x="0" y="0"/>
                </a:lnTo>
                <a:lnTo>
                  <a:pt x="0" y="6732171"/>
                </a:lnTo>
                <a:lnTo>
                  <a:pt x="10922400" y="6732171"/>
                </a:lnTo>
                <a:lnTo>
                  <a:pt x="1092240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5400000">
            <a:off x="-5247172" y="364429"/>
            <a:ext cx="10229950" cy="13186708"/>
          </a:xfrm>
          <a:custGeom>
            <a:avLst/>
            <a:gdLst/>
            <a:ahLst/>
            <a:cxnLst/>
            <a:rect l="l" t="t" r="r" b="b"/>
            <a:pathLst>
              <a:path w="10229950" h="13186708">
                <a:moveTo>
                  <a:pt x="0" y="0"/>
                </a:moveTo>
                <a:lnTo>
                  <a:pt x="10229950" y="0"/>
                </a:lnTo>
                <a:lnTo>
                  <a:pt x="10229950" y="13186708"/>
                </a:lnTo>
                <a:lnTo>
                  <a:pt x="0" y="13186708"/>
                </a:lnTo>
                <a:lnTo>
                  <a:pt x="0" y="0"/>
                </a:lnTo>
                <a:close/>
              </a:path>
            </a:pathLst>
          </a:custGeom>
          <a:blipFill>
            <a:blip r:embed="rId3"/>
            <a:stretch>
              <a:fillRect/>
            </a:stretch>
          </a:blipFill>
        </p:spPr>
      </p:sp>
      <p:sp>
        <p:nvSpPr>
          <p:cNvPr id="5" name="Freeform 5"/>
          <p:cNvSpPr/>
          <p:nvPr/>
        </p:nvSpPr>
        <p:spPr>
          <a:xfrm>
            <a:off x="11204702" y="-2701568"/>
            <a:ext cx="7684389" cy="8229600"/>
          </a:xfrm>
          <a:custGeom>
            <a:avLst/>
            <a:gdLst/>
            <a:ahLst/>
            <a:cxnLst/>
            <a:rect l="l" t="t" r="r" b="b"/>
            <a:pathLst>
              <a:path w="7684389" h="8229600">
                <a:moveTo>
                  <a:pt x="0" y="0"/>
                </a:moveTo>
                <a:lnTo>
                  <a:pt x="7684389" y="0"/>
                </a:lnTo>
                <a:lnTo>
                  <a:pt x="7684389" y="8229600"/>
                </a:lnTo>
                <a:lnTo>
                  <a:pt x="0" y="8229600"/>
                </a:lnTo>
                <a:lnTo>
                  <a:pt x="0" y="0"/>
                </a:lnTo>
                <a:close/>
              </a:path>
            </a:pathLst>
          </a:custGeom>
          <a:blipFill>
            <a:blip r:embed="rId4"/>
            <a:stretch>
              <a:fillRect/>
            </a:stretch>
          </a:blipFill>
        </p:spPr>
      </p:sp>
      <p:sp>
        <p:nvSpPr>
          <p:cNvPr id="6" name="Freeform 6"/>
          <p:cNvSpPr/>
          <p:nvPr/>
        </p:nvSpPr>
        <p:spPr>
          <a:xfrm>
            <a:off x="-1046209" y="969886"/>
            <a:ext cx="7315200" cy="443345"/>
          </a:xfrm>
          <a:custGeom>
            <a:avLst/>
            <a:gdLst/>
            <a:ahLst/>
            <a:cxnLst/>
            <a:rect l="l" t="t" r="r" b="b"/>
            <a:pathLst>
              <a:path w="7315200" h="443345">
                <a:moveTo>
                  <a:pt x="0" y="0"/>
                </a:moveTo>
                <a:lnTo>
                  <a:pt x="7315200" y="0"/>
                </a:lnTo>
                <a:lnTo>
                  <a:pt x="7315200" y="443346"/>
                </a:lnTo>
                <a:lnTo>
                  <a:pt x="0" y="4433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rot="0">
            <a:off x="6461157" y="808418"/>
            <a:ext cx="2213848" cy="766281"/>
            <a:chOff x="0" y="0"/>
            <a:chExt cx="583071" cy="201819"/>
          </a:xfrm>
        </p:grpSpPr>
        <p:sp>
          <p:nvSpPr>
            <p:cNvPr id="8" name="Freeform 8"/>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a:ln cap="sq">
              <a:noFill/>
              <a:prstDash val="solid"/>
              <a:miter/>
            </a:ln>
          </p:spPr>
        </p:sp>
        <p:sp>
          <p:nvSpPr>
            <p:cNvPr id="9" name="TextBox 9"/>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0" name="Group 10"/>
          <p:cNvGrpSpPr/>
          <p:nvPr/>
        </p:nvGrpSpPr>
        <p:grpSpPr>
          <a:xfrm rot="0">
            <a:off x="8832930" y="808418"/>
            <a:ext cx="2213848" cy="766281"/>
            <a:chOff x="0" y="0"/>
            <a:chExt cx="583071" cy="201819"/>
          </a:xfrm>
        </p:grpSpPr>
        <p:sp>
          <p:nvSpPr>
            <p:cNvPr id="11" name="Freeform 11"/>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a:ln cap="sq">
              <a:noFill/>
              <a:prstDash val="solid"/>
              <a:miter/>
            </a:ln>
          </p:spPr>
        </p:sp>
        <p:sp>
          <p:nvSpPr>
            <p:cNvPr id="12" name="TextBox 12"/>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3" name="Group 13"/>
          <p:cNvGrpSpPr/>
          <p:nvPr/>
        </p:nvGrpSpPr>
        <p:grpSpPr>
          <a:xfrm rot="0">
            <a:off x="11204702" y="808418"/>
            <a:ext cx="2213848" cy="766281"/>
            <a:chOff x="0" y="0"/>
            <a:chExt cx="583071" cy="201819"/>
          </a:xfrm>
        </p:grpSpPr>
        <p:sp>
          <p:nvSpPr>
            <p:cNvPr id="14" name="Freeform 14"/>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001E2E"/>
            </a:solidFill>
            <a:ln w="38100" cap="sq">
              <a:solidFill>
                <a:srgbClr val="7AFFFF"/>
              </a:solidFill>
              <a:prstDash val="solid"/>
              <a:miter/>
            </a:ln>
          </p:spPr>
        </p:sp>
        <p:sp>
          <p:nvSpPr>
            <p:cNvPr id="15" name="TextBox 15"/>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6" name="Group 16"/>
          <p:cNvGrpSpPr/>
          <p:nvPr/>
        </p:nvGrpSpPr>
        <p:grpSpPr>
          <a:xfrm rot="0">
            <a:off x="13576475" y="808418"/>
            <a:ext cx="2213848" cy="766281"/>
            <a:chOff x="0" y="0"/>
            <a:chExt cx="583071" cy="201819"/>
          </a:xfrm>
        </p:grpSpPr>
        <p:sp>
          <p:nvSpPr>
            <p:cNvPr id="17" name="Freeform 17"/>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p:spPr>
        </p:sp>
        <p:sp>
          <p:nvSpPr>
            <p:cNvPr id="18" name="TextBox 18"/>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9" name="Group 19"/>
          <p:cNvGrpSpPr/>
          <p:nvPr/>
        </p:nvGrpSpPr>
        <p:grpSpPr>
          <a:xfrm rot="0">
            <a:off x="15948247" y="808418"/>
            <a:ext cx="2213848" cy="766281"/>
            <a:chOff x="0" y="0"/>
            <a:chExt cx="583071" cy="201819"/>
          </a:xfrm>
        </p:grpSpPr>
        <p:sp>
          <p:nvSpPr>
            <p:cNvPr id="20" name="Freeform 20"/>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p:spPr>
        </p:sp>
        <p:sp>
          <p:nvSpPr>
            <p:cNvPr id="21" name="TextBox 21"/>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sp>
        <p:nvSpPr>
          <p:cNvPr id="22" name="TextBox 22"/>
          <p:cNvSpPr txBox="1"/>
          <p:nvPr/>
        </p:nvSpPr>
        <p:spPr>
          <a:xfrm>
            <a:off x="4387099" y="2922001"/>
            <a:ext cx="9513802" cy="411480"/>
          </a:xfrm>
          <a:prstGeom prst="rect">
            <a:avLst/>
          </a:prstGeom>
        </p:spPr>
        <p:txBody>
          <a:bodyPr lIns="0" tIns="0" rIns="0" bIns="0" rtlCol="0" anchor="t">
            <a:spAutoFit/>
          </a:bodyPr>
          <a:lstStyle/>
          <a:p>
            <a:pPr algn="ctr">
              <a:lnSpc>
                <a:spcPts val="2880"/>
              </a:lnSpc>
            </a:pPr>
            <a:r>
              <a:rPr lang="en-US" sz="3600" b="1">
                <a:solidFill>
                  <a:srgbClr val="7AFFFF"/>
                </a:solidFill>
                <a:latin typeface="TT Autonomous Bold"/>
                <a:ea typeface="TT Autonomous Bold"/>
                <a:cs typeface="TT Autonomous Bold"/>
                <a:sym typeface="TT Autonomous Bold"/>
              </a:rPr>
              <a:t>Problems</a:t>
            </a:r>
            <a:endParaRPr lang="en-US" sz="3600" b="1">
              <a:solidFill>
                <a:srgbClr val="7AFFFF"/>
              </a:solidFill>
              <a:latin typeface="TT Autonomous Bold"/>
              <a:ea typeface="TT Autonomous Bold"/>
              <a:cs typeface="TT Autonomous Bold"/>
              <a:sym typeface="TT Autonomous Bold"/>
            </a:endParaRPr>
          </a:p>
        </p:txBody>
      </p:sp>
      <p:sp>
        <p:nvSpPr>
          <p:cNvPr id="23" name="TextBox 23"/>
          <p:cNvSpPr txBox="1"/>
          <p:nvPr/>
        </p:nvSpPr>
        <p:spPr>
          <a:xfrm>
            <a:off x="6519341"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Abstract</a:t>
            </a:r>
            <a:endParaRPr lang="en-US" sz="1800" b="1" spc="41">
              <a:solidFill>
                <a:srgbClr val="7AFFFF"/>
              </a:solidFill>
              <a:latin typeface="Canva Sans Bold"/>
              <a:ea typeface="Canva Sans Bold"/>
              <a:cs typeface="Canva Sans Bold"/>
              <a:sym typeface="Canva Sans Bold"/>
            </a:endParaRPr>
          </a:p>
        </p:txBody>
      </p:sp>
      <p:sp>
        <p:nvSpPr>
          <p:cNvPr id="24" name="TextBox 24"/>
          <p:cNvSpPr txBox="1"/>
          <p:nvPr/>
        </p:nvSpPr>
        <p:spPr>
          <a:xfrm>
            <a:off x="8895394"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Introduction</a:t>
            </a:r>
            <a:endParaRPr lang="en-US" sz="1800" b="1" spc="41">
              <a:solidFill>
                <a:srgbClr val="7AFFFF"/>
              </a:solidFill>
              <a:latin typeface="Canva Sans Bold"/>
              <a:ea typeface="Canva Sans Bold"/>
              <a:cs typeface="Canva Sans Bold"/>
              <a:sym typeface="Canva Sans Bold"/>
            </a:endParaRPr>
          </a:p>
        </p:txBody>
      </p:sp>
      <p:sp>
        <p:nvSpPr>
          <p:cNvPr id="25" name="TextBox 25"/>
          <p:cNvSpPr txBox="1"/>
          <p:nvPr/>
        </p:nvSpPr>
        <p:spPr>
          <a:xfrm>
            <a:off x="11271447"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Problems</a:t>
            </a:r>
            <a:endParaRPr lang="en-US" sz="1800" b="1" spc="41">
              <a:solidFill>
                <a:srgbClr val="7AFFFF"/>
              </a:solidFill>
              <a:latin typeface="Canva Sans Bold"/>
              <a:ea typeface="Canva Sans Bold"/>
              <a:cs typeface="Canva Sans Bold"/>
              <a:sym typeface="Canva Sans Bold"/>
            </a:endParaRPr>
          </a:p>
        </p:txBody>
      </p:sp>
      <p:sp>
        <p:nvSpPr>
          <p:cNvPr id="26" name="TextBox 26"/>
          <p:cNvSpPr txBox="1"/>
          <p:nvPr/>
        </p:nvSpPr>
        <p:spPr>
          <a:xfrm>
            <a:off x="13647500"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Innovation</a:t>
            </a:r>
            <a:endParaRPr lang="en-US" sz="1800" b="1" spc="41">
              <a:solidFill>
                <a:srgbClr val="7AFFFF"/>
              </a:solidFill>
              <a:latin typeface="Canva Sans Bold"/>
              <a:ea typeface="Canva Sans Bold"/>
              <a:cs typeface="Canva Sans Bold"/>
              <a:sym typeface="Canva Sans Bold"/>
            </a:endParaRPr>
          </a:p>
        </p:txBody>
      </p:sp>
      <p:sp>
        <p:nvSpPr>
          <p:cNvPr id="27" name="TextBox 27"/>
          <p:cNvSpPr txBox="1"/>
          <p:nvPr/>
        </p:nvSpPr>
        <p:spPr>
          <a:xfrm>
            <a:off x="16023553"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Conclusion</a:t>
            </a:r>
            <a:endParaRPr lang="en-US" sz="1800" b="1" spc="41">
              <a:solidFill>
                <a:srgbClr val="7AFFFF"/>
              </a:solidFill>
              <a:latin typeface="Canva Sans Bold"/>
              <a:ea typeface="Canva Sans Bold"/>
              <a:cs typeface="Canva Sans Bold"/>
              <a:sym typeface="Canva Sans Bold"/>
            </a:endParaRPr>
          </a:p>
        </p:txBody>
      </p:sp>
      <p:sp>
        <p:nvSpPr>
          <p:cNvPr id="28" name="TextBox 28"/>
          <p:cNvSpPr txBox="1"/>
          <p:nvPr/>
        </p:nvSpPr>
        <p:spPr>
          <a:xfrm>
            <a:off x="3430741" y="4074724"/>
            <a:ext cx="12714407" cy="1293495"/>
          </a:xfrm>
          <a:prstGeom prst="rect">
            <a:avLst/>
          </a:prstGeom>
        </p:spPr>
        <p:txBody>
          <a:bodyPr lIns="0" tIns="0" rIns="0" bIns="0" rtlCol="0" anchor="t">
            <a:spAutoFit/>
          </a:bodyPr>
          <a:lstStyle/>
          <a:p>
            <a:pPr algn="l">
              <a:lnSpc>
                <a:spcPts val="3450"/>
              </a:lnSpc>
            </a:pPr>
            <a:r>
              <a:rPr lang="en-US" sz="2300" spc="52">
                <a:solidFill>
                  <a:srgbClr val="FFFFFF"/>
                </a:solidFill>
                <a:latin typeface="Canva Sans"/>
                <a:ea typeface="Canva Sans"/>
                <a:cs typeface="Canva Sans"/>
                <a:sym typeface="Canva Sans"/>
              </a:rPr>
              <a:t>Lorem ipsum dolor sit amet, consectetur adipiscing elit. Quisque euismod maximus nisi, quis tincidunt dolor facilisis a. Sed vitae massa sodales, auctor ipsum a, aliquet dolor.</a:t>
            </a:r>
            <a:endParaRPr lang="en-US" sz="2300" spc="52">
              <a:solidFill>
                <a:srgbClr val="FFFFFF"/>
              </a:solidFill>
              <a:latin typeface="Canva Sans"/>
              <a:ea typeface="Canva Sans"/>
              <a:cs typeface="Canva Sans"/>
              <a:sym typeface="Canva Sans"/>
            </a:endParaRPr>
          </a:p>
        </p:txBody>
      </p:sp>
      <p:sp>
        <p:nvSpPr>
          <p:cNvPr id="29" name="Freeform 29"/>
          <p:cNvSpPr/>
          <p:nvPr/>
        </p:nvSpPr>
        <p:spPr>
          <a:xfrm>
            <a:off x="2142852" y="4141399"/>
            <a:ext cx="1234018" cy="1226820"/>
          </a:xfrm>
          <a:custGeom>
            <a:avLst/>
            <a:gdLst/>
            <a:ahLst/>
            <a:cxnLst/>
            <a:rect l="l" t="t" r="r" b="b"/>
            <a:pathLst>
              <a:path w="1234018" h="1226820">
                <a:moveTo>
                  <a:pt x="0" y="0"/>
                </a:moveTo>
                <a:lnTo>
                  <a:pt x="1234018" y="0"/>
                </a:lnTo>
                <a:lnTo>
                  <a:pt x="1234018" y="1226820"/>
                </a:lnTo>
                <a:lnTo>
                  <a:pt x="0" y="1226820"/>
                </a:lnTo>
                <a:lnTo>
                  <a:pt x="0" y="0"/>
                </a:lnTo>
                <a:close/>
              </a:path>
            </a:pathLst>
          </a:custGeom>
          <a:blipFill>
            <a:blip r:embed="rId7"/>
            <a:stretch>
              <a:fillRect/>
            </a:stretch>
          </a:blipFill>
        </p:spPr>
      </p:sp>
      <p:sp>
        <p:nvSpPr>
          <p:cNvPr id="30" name="TextBox 30"/>
          <p:cNvSpPr txBox="1"/>
          <p:nvPr/>
        </p:nvSpPr>
        <p:spPr>
          <a:xfrm>
            <a:off x="3430741" y="5530786"/>
            <a:ext cx="12714407" cy="1293495"/>
          </a:xfrm>
          <a:prstGeom prst="rect">
            <a:avLst/>
          </a:prstGeom>
        </p:spPr>
        <p:txBody>
          <a:bodyPr lIns="0" tIns="0" rIns="0" bIns="0" rtlCol="0" anchor="t">
            <a:spAutoFit/>
          </a:bodyPr>
          <a:lstStyle/>
          <a:p>
            <a:pPr algn="l">
              <a:lnSpc>
                <a:spcPts val="3450"/>
              </a:lnSpc>
            </a:pPr>
            <a:r>
              <a:rPr lang="en-US" sz="2300" spc="52">
                <a:solidFill>
                  <a:srgbClr val="FFFFFF"/>
                </a:solidFill>
                <a:latin typeface="Canva Sans"/>
                <a:ea typeface="Canva Sans"/>
                <a:cs typeface="Canva Sans"/>
                <a:sym typeface="Canva Sans"/>
              </a:rPr>
              <a:t>Lorem ipsum dolor sit amet, consectetur adipiscing elit. Quisque euismod maximus nisi, quis tincidunt dolor facilisis a. Sed vitae massa sodales, auctor ipsum a, aliquet dolor.</a:t>
            </a:r>
            <a:endParaRPr lang="en-US" sz="2300" spc="52">
              <a:solidFill>
                <a:srgbClr val="FFFFFF"/>
              </a:solidFill>
              <a:latin typeface="Canva Sans"/>
              <a:ea typeface="Canva Sans"/>
              <a:cs typeface="Canva Sans"/>
              <a:sym typeface="Canva Sans"/>
            </a:endParaRPr>
          </a:p>
        </p:txBody>
      </p:sp>
      <p:sp>
        <p:nvSpPr>
          <p:cNvPr id="31" name="Freeform 31"/>
          <p:cNvSpPr/>
          <p:nvPr/>
        </p:nvSpPr>
        <p:spPr>
          <a:xfrm>
            <a:off x="2142852" y="5597461"/>
            <a:ext cx="1234018" cy="1226820"/>
          </a:xfrm>
          <a:custGeom>
            <a:avLst/>
            <a:gdLst/>
            <a:ahLst/>
            <a:cxnLst/>
            <a:rect l="l" t="t" r="r" b="b"/>
            <a:pathLst>
              <a:path w="1234018" h="1226820">
                <a:moveTo>
                  <a:pt x="0" y="0"/>
                </a:moveTo>
                <a:lnTo>
                  <a:pt x="1234018" y="0"/>
                </a:lnTo>
                <a:lnTo>
                  <a:pt x="1234018" y="1226820"/>
                </a:lnTo>
                <a:lnTo>
                  <a:pt x="0" y="1226820"/>
                </a:lnTo>
                <a:lnTo>
                  <a:pt x="0" y="0"/>
                </a:lnTo>
                <a:close/>
              </a:path>
            </a:pathLst>
          </a:custGeom>
          <a:blipFill>
            <a:blip r:embed="rId7"/>
            <a:stretch>
              <a:fillRect/>
            </a:stretch>
          </a:blipFill>
        </p:spPr>
      </p:sp>
      <p:sp>
        <p:nvSpPr>
          <p:cNvPr id="32" name="TextBox 32"/>
          <p:cNvSpPr txBox="1"/>
          <p:nvPr/>
        </p:nvSpPr>
        <p:spPr>
          <a:xfrm>
            <a:off x="3430741" y="6986848"/>
            <a:ext cx="12714407" cy="1293495"/>
          </a:xfrm>
          <a:prstGeom prst="rect">
            <a:avLst/>
          </a:prstGeom>
        </p:spPr>
        <p:txBody>
          <a:bodyPr lIns="0" tIns="0" rIns="0" bIns="0" rtlCol="0" anchor="t">
            <a:spAutoFit/>
          </a:bodyPr>
          <a:lstStyle/>
          <a:p>
            <a:pPr algn="l">
              <a:lnSpc>
                <a:spcPts val="3450"/>
              </a:lnSpc>
            </a:pPr>
            <a:r>
              <a:rPr lang="en-US" sz="2300" spc="52">
                <a:solidFill>
                  <a:srgbClr val="FFFFFF"/>
                </a:solidFill>
                <a:latin typeface="Canva Sans"/>
                <a:ea typeface="Canva Sans"/>
                <a:cs typeface="Canva Sans"/>
                <a:sym typeface="Canva Sans"/>
              </a:rPr>
              <a:t>Lorem ipsum dolor sit amet, consectetur adipiscing elit. Quisque euismod maximus nisi, quis tincidunt dolor facilisis a. Sed vitae massa sodales, auctor ipsum a, aliquet dolor.</a:t>
            </a:r>
            <a:endParaRPr lang="en-US" sz="2300" spc="52">
              <a:solidFill>
                <a:srgbClr val="FFFFFF"/>
              </a:solidFill>
              <a:latin typeface="Canva Sans"/>
              <a:ea typeface="Canva Sans"/>
              <a:cs typeface="Canva Sans"/>
              <a:sym typeface="Canva Sans"/>
            </a:endParaRPr>
          </a:p>
        </p:txBody>
      </p:sp>
      <p:sp>
        <p:nvSpPr>
          <p:cNvPr id="33" name="Freeform 33"/>
          <p:cNvSpPr/>
          <p:nvPr/>
        </p:nvSpPr>
        <p:spPr>
          <a:xfrm>
            <a:off x="2142852" y="7053523"/>
            <a:ext cx="1234018" cy="1226820"/>
          </a:xfrm>
          <a:custGeom>
            <a:avLst/>
            <a:gdLst/>
            <a:ahLst/>
            <a:cxnLst/>
            <a:rect l="l" t="t" r="r" b="b"/>
            <a:pathLst>
              <a:path w="1234018" h="1226820">
                <a:moveTo>
                  <a:pt x="0" y="0"/>
                </a:moveTo>
                <a:lnTo>
                  <a:pt x="1234018" y="0"/>
                </a:lnTo>
                <a:lnTo>
                  <a:pt x="1234018" y="1226820"/>
                </a:lnTo>
                <a:lnTo>
                  <a:pt x="0" y="1226820"/>
                </a:lnTo>
                <a:lnTo>
                  <a:pt x="0" y="0"/>
                </a:lnTo>
                <a:close/>
              </a:path>
            </a:pathLst>
          </a:custGeom>
          <a:blipFill>
            <a:blip r:embed="rId7"/>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121B"/>
        </a:solidFill>
        <a:effectLst/>
      </p:bgPr>
    </p:bg>
    <p:spTree>
      <p:nvGrpSpPr>
        <p:cNvPr id="1" name=""/>
        <p:cNvGrpSpPr/>
        <p:nvPr/>
      </p:nvGrpSpPr>
      <p:grpSpPr>
        <a:xfrm>
          <a:off x="0" y="0"/>
          <a:ext cx="0" cy="0"/>
          <a:chOff x="0" y="0"/>
          <a:chExt cx="0" cy="0"/>
        </a:xfrm>
      </p:grpSpPr>
      <p:sp>
        <p:nvSpPr>
          <p:cNvPr id="2" name="Freeform 2"/>
          <p:cNvSpPr/>
          <p:nvPr/>
        </p:nvSpPr>
        <p:spPr>
          <a:xfrm flipV="1">
            <a:off x="-3111598" y="4914258"/>
            <a:ext cx="10922401" cy="6732171"/>
          </a:xfrm>
          <a:custGeom>
            <a:avLst/>
            <a:gdLst/>
            <a:ahLst/>
            <a:cxnLst/>
            <a:rect l="l" t="t" r="r" b="b"/>
            <a:pathLst>
              <a:path w="10922401" h="6732171">
                <a:moveTo>
                  <a:pt x="0" y="6732170"/>
                </a:moveTo>
                <a:lnTo>
                  <a:pt x="10922401" y="6732170"/>
                </a:lnTo>
                <a:lnTo>
                  <a:pt x="10922401" y="0"/>
                </a:lnTo>
                <a:lnTo>
                  <a:pt x="0" y="0"/>
                </a:lnTo>
                <a:lnTo>
                  <a:pt x="0" y="673217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10447546" y="551379"/>
            <a:ext cx="10922401" cy="6732171"/>
          </a:xfrm>
          <a:custGeom>
            <a:avLst/>
            <a:gdLst/>
            <a:ahLst/>
            <a:cxnLst/>
            <a:rect l="l" t="t" r="r" b="b"/>
            <a:pathLst>
              <a:path w="10922401" h="6732171">
                <a:moveTo>
                  <a:pt x="10922400" y="0"/>
                </a:moveTo>
                <a:lnTo>
                  <a:pt x="0" y="0"/>
                </a:lnTo>
                <a:lnTo>
                  <a:pt x="0" y="6732171"/>
                </a:lnTo>
                <a:lnTo>
                  <a:pt x="10922400" y="6732171"/>
                </a:lnTo>
                <a:lnTo>
                  <a:pt x="1092240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5400000">
            <a:off x="-5247172" y="364429"/>
            <a:ext cx="10229950" cy="13186708"/>
          </a:xfrm>
          <a:custGeom>
            <a:avLst/>
            <a:gdLst/>
            <a:ahLst/>
            <a:cxnLst/>
            <a:rect l="l" t="t" r="r" b="b"/>
            <a:pathLst>
              <a:path w="10229950" h="13186708">
                <a:moveTo>
                  <a:pt x="0" y="0"/>
                </a:moveTo>
                <a:lnTo>
                  <a:pt x="10229950" y="0"/>
                </a:lnTo>
                <a:lnTo>
                  <a:pt x="10229950" y="13186708"/>
                </a:lnTo>
                <a:lnTo>
                  <a:pt x="0" y="13186708"/>
                </a:lnTo>
                <a:lnTo>
                  <a:pt x="0" y="0"/>
                </a:lnTo>
                <a:close/>
              </a:path>
            </a:pathLst>
          </a:custGeom>
          <a:blipFill>
            <a:blip r:embed="rId3"/>
            <a:stretch>
              <a:fillRect/>
            </a:stretch>
          </a:blipFill>
        </p:spPr>
      </p:sp>
      <p:sp>
        <p:nvSpPr>
          <p:cNvPr id="5" name="Freeform 5"/>
          <p:cNvSpPr/>
          <p:nvPr/>
        </p:nvSpPr>
        <p:spPr>
          <a:xfrm>
            <a:off x="11204702" y="-2701568"/>
            <a:ext cx="7684389" cy="8229600"/>
          </a:xfrm>
          <a:custGeom>
            <a:avLst/>
            <a:gdLst/>
            <a:ahLst/>
            <a:cxnLst/>
            <a:rect l="l" t="t" r="r" b="b"/>
            <a:pathLst>
              <a:path w="7684389" h="8229600">
                <a:moveTo>
                  <a:pt x="0" y="0"/>
                </a:moveTo>
                <a:lnTo>
                  <a:pt x="7684389" y="0"/>
                </a:lnTo>
                <a:lnTo>
                  <a:pt x="7684389" y="8229600"/>
                </a:lnTo>
                <a:lnTo>
                  <a:pt x="0" y="8229600"/>
                </a:lnTo>
                <a:lnTo>
                  <a:pt x="0" y="0"/>
                </a:lnTo>
                <a:close/>
              </a:path>
            </a:pathLst>
          </a:custGeom>
          <a:blipFill>
            <a:blip r:embed="rId4"/>
            <a:stretch>
              <a:fillRect/>
            </a:stretch>
          </a:blipFill>
        </p:spPr>
      </p:sp>
      <p:sp>
        <p:nvSpPr>
          <p:cNvPr id="6" name="Freeform 6"/>
          <p:cNvSpPr/>
          <p:nvPr/>
        </p:nvSpPr>
        <p:spPr>
          <a:xfrm>
            <a:off x="-1046209" y="969886"/>
            <a:ext cx="7315200" cy="443345"/>
          </a:xfrm>
          <a:custGeom>
            <a:avLst/>
            <a:gdLst/>
            <a:ahLst/>
            <a:cxnLst/>
            <a:rect l="l" t="t" r="r" b="b"/>
            <a:pathLst>
              <a:path w="7315200" h="443345">
                <a:moveTo>
                  <a:pt x="0" y="0"/>
                </a:moveTo>
                <a:lnTo>
                  <a:pt x="7315200" y="0"/>
                </a:lnTo>
                <a:lnTo>
                  <a:pt x="7315200" y="443346"/>
                </a:lnTo>
                <a:lnTo>
                  <a:pt x="0" y="4433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rot="0">
            <a:off x="6461157" y="808418"/>
            <a:ext cx="2213848" cy="766281"/>
            <a:chOff x="0" y="0"/>
            <a:chExt cx="583071" cy="201819"/>
          </a:xfrm>
        </p:grpSpPr>
        <p:sp>
          <p:nvSpPr>
            <p:cNvPr id="8" name="Freeform 8"/>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a:ln cap="sq">
              <a:noFill/>
              <a:prstDash val="solid"/>
              <a:miter/>
            </a:ln>
          </p:spPr>
        </p:sp>
        <p:sp>
          <p:nvSpPr>
            <p:cNvPr id="9" name="TextBox 9"/>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0" name="Group 10"/>
          <p:cNvGrpSpPr/>
          <p:nvPr/>
        </p:nvGrpSpPr>
        <p:grpSpPr>
          <a:xfrm rot="0">
            <a:off x="8832930" y="808418"/>
            <a:ext cx="2213848" cy="766281"/>
            <a:chOff x="0" y="0"/>
            <a:chExt cx="583071" cy="201819"/>
          </a:xfrm>
        </p:grpSpPr>
        <p:sp>
          <p:nvSpPr>
            <p:cNvPr id="11" name="Freeform 11"/>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a:ln cap="sq">
              <a:noFill/>
              <a:prstDash val="solid"/>
              <a:miter/>
            </a:ln>
          </p:spPr>
        </p:sp>
        <p:sp>
          <p:nvSpPr>
            <p:cNvPr id="12" name="TextBox 12"/>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3" name="Group 13"/>
          <p:cNvGrpSpPr/>
          <p:nvPr/>
        </p:nvGrpSpPr>
        <p:grpSpPr>
          <a:xfrm rot="0">
            <a:off x="11204702" y="808418"/>
            <a:ext cx="2213848" cy="766281"/>
            <a:chOff x="0" y="0"/>
            <a:chExt cx="583071" cy="201819"/>
          </a:xfrm>
        </p:grpSpPr>
        <p:sp>
          <p:nvSpPr>
            <p:cNvPr id="14" name="Freeform 14"/>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a:ln cap="sq">
              <a:noFill/>
              <a:prstDash val="solid"/>
              <a:miter/>
            </a:ln>
          </p:spPr>
        </p:sp>
        <p:sp>
          <p:nvSpPr>
            <p:cNvPr id="15" name="TextBox 15"/>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6" name="Group 16"/>
          <p:cNvGrpSpPr/>
          <p:nvPr/>
        </p:nvGrpSpPr>
        <p:grpSpPr>
          <a:xfrm rot="0">
            <a:off x="13576475" y="808418"/>
            <a:ext cx="2213848" cy="766281"/>
            <a:chOff x="0" y="0"/>
            <a:chExt cx="583071" cy="201819"/>
          </a:xfrm>
        </p:grpSpPr>
        <p:sp>
          <p:nvSpPr>
            <p:cNvPr id="17" name="Freeform 17"/>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001E2E"/>
            </a:solidFill>
            <a:ln w="38100" cap="sq">
              <a:solidFill>
                <a:srgbClr val="7AFFFF"/>
              </a:solidFill>
              <a:prstDash val="solid"/>
              <a:miter/>
            </a:ln>
          </p:spPr>
        </p:sp>
        <p:sp>
          <p:nvSpPr>
            <p:cNvPr id="18" name="TextBox 18"/>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9" name="Group 19"/>
          <p:cNvGrpSpPr/>
          <p:nvPr/>
        </p:nvGrpSpPr>
        <p:grpSpPr>
          <a:xfrm rot="0">
            <a:off x="15948247" y="808418"/>
            <a:ext cx="2213848" cy="766281"/>
            <a:chOff x="0" y="0"/>
            <a:chExt cx="583071" cy="201819"/>
          </a:xfrm>
        </p:grpSpPr>
        <p:sp>
          <p:nvSpPr>
            <p:cNvPr id="20" name="Freeform 20"/>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p:spPr>
        </p:sp>
        <p:sp>
          <p:nvSpPr>
            <p:cNvPr id="21" name="TextBox 21"/>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22" name="Group 22"/>
          <p:cNvGrpSpPr/>
          <p:nvPr/>
        </p:nvGrpSpPr>
        <p:grpSpPr>
          <a:xfrm rot="0">
            <a:off x="624593" y="5448843"/>
            <a:ext cx="3497580" cy="2623185"/>
            <a:chOff x="0" y="0"/>
            <a:chExt cx="812800" cy="609600"/>
          </a:xfrm>
        </p:grpSpPr>
        <p:sp>
          <p:nvSpPr>
            <p:cNvPr id="23" name="Freeform 23"/>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blipFill>
              <a:blip r:embed="rId7"/>
              <a:stretch>
                <a:fillRect l="-16666" r="-16666"/>
              </a:stretch>
            </a:blipFill>
            <a:ln w="38100" cap="sq">
              <a:solidFill>
                <a:srgbClr val="C5FFFF"/>
              </a:solidFill>
              <a:prstDash val="solid"/>
              <a:miter/>
            </a:ln>
          </p:spPr>
        </p:sp>
      </p:grpSp>
      <p:grpSp>
        <p:nvGrpSpPr>
          <p:cNvPr id="24" name="Group 24"/>
          <p:cNvGrpSpPr/>
          <p:nvPr/>
        </p:nvGrpSpPr>
        <p:grpSpPr>
          <a:xfrm rot="0">
            <a:off x="6113167" y="3871521"/>
            <a:ext cx="5372787" cy="4029590"/>
            <a:chOff x="0" y="0"/>
            <a:chExt cx="812800" cy="609600"/>
          </a:xfrm>
        </p:grpSpPr>
        <p:sp>
          <p:nvSpPr>
            <p:cNvPr id="25" name="Freeform 25"/>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blipFill>
              <a:blip r:embed="rId8"/>
              <a:stretch>
                <a:fillRect l="-6285" r="-6285"/>
              </a:stretch>
            </a:blipFill>
            <a:ln w="38100" cap="sq">
              <a:solidFill>
                <a:srgbClr val="C5FFFF"/>
              </a:solidFill>
              <a:prstDash val="solid"/>
              <a:miter/>
            </a:ln>
          </p:spPr>
        </p:sp>
      </p:grpSp>
      <p:grpSp>
        <p:nvGrpSpPr>
          <p:cNvPr id="26" name="Group 26"/>
          <p:cNvGrpSpPr/>
          <p:nvPr/>
        </p:nvGrpSpPr>
        <p:grpSpPr>
          <a:xfrm rot="0">
            <a:off x="2866556" y="3720117"/>
            <a:ext cx="4011176" cy="3008382"/>
            <a:chOff x="0" y="0"/>
            <a:chExt cx="812800" cy="609600"/>
          </a:xfrm>
        </p:grpSpPr>
        <p:sp>
          <p:nvSpPr>
            <p:cNvPr id="27" name="Freeform 27"/>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blipFill>
              <a:blip r:embed="rId9"/>
              <a:stretch>
                <a:fillRect l="-9999" r="-10000"/>
              </a:stretch>
            </a:blipFill>
            <a:ln w="38100" cap="sq">
              <a:solidFill>
                <a:srgbClr val="C5FFFF"/>
              </a:solidFill>
              <a:prstDash val="solid"/>
              <a:miter/>
            </a:ln>
          </p:spPr>
        </p:sp>
      </p:grpSp>
      <p:grpSp>
        <p:nvGrpSpPr>
          <p:cNvPr id="28" name="Group 28"/>
          <p:cNvGrpSpPr/>
          <p:nvPr/>
        </p:nvGrpSpPr>
        <p:grpSpPr>
          <a:xfrm rot="0">
            <a:off x="10709810" y="5074613"/>
            <a:ext cx="4011176" cy="3008382"/>
            <a:chOff x="0" y="0"/>
            <a:chExt cx="812800" cy="609600"/>
          </a:xfrm>
        </p:grpSpPr>
        <p:sp>
          <p:nvSpPr>
            <p:cNvPr id="29" name="Freeform 29"/>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blipFill>
              <a:blip r:embed="rId10"/>
              <a:stretch>
                <a:fillRect t="-16666" b="-16666"/>
              </a:stretch>
            </a:blipFill>
            <a:ln w="38100" cap="sq">
              <a:solidFill>
                <a:srgbClr val="C5FFFF"/>
              </a:solidFill>
              <a:prstDash val="solid"/>
              <a:miter/>
            </a:ln>
          </p:spPr>
        </p:sp>
      </p:grpSp>
      <p:grpSp>
        <p:nvGrpSpPr>
          <p:cNvPr id="30" name="Group 30"/>
          <p:cNvGrpSpPr/>
          <p:nvPr/>
        </p:nvGrpSpPr>
        <p:grpSpPr>
          <a:xfrm rot="0">
            <a:off x="13652231" y="4345808"/>
            <a:ext cx="4011176" cy="3008382"/>
            <a:chOff x="0" y="0"/>
            <a:chExt cx="812800" cy="609600"/>
          </a:xfrm>
        </p:grpSpPr>
        <p:sp>
          <p:nvSpPr>
            <p:cNvPr id="31" name="Freeform 31"/>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blipFill>
              <a:blip r:embed="rId11"/>
              <a:stretch>
                <a:fillRect l="-16666" r="-16666"/>
              </a:stretch>
            </a:blipFill>
            <a:ln w="38100" cap="sq">
              <a:solidFill>
                <a:srgbClr val="C5FFFF"/>
              </a:solidFill>
              <a:prstDash val="solid"/>
              <a:miter/>
            </a:ln>
          </p:spPr>
        </p:sp>
      </p:grpSp>
      <p:sp>
        <p:nvSpPr>
          <p:cNvPr id="32" name="TextBox 32"/>
          <p:cNvSpPr txBox="1"/>
          <p:nvPr/>
        </p:nvSpPr>
        <p:spPr>
          <a:xfrm>
            <a:off x="4387099" y="2922001"/>
            <a:ext cx="9513802" cy="411480"/>
          </a:xfrm>
          <a:prstGeom prst="rect">
            <a:avLst/>
          </a:prstGeom>
        </p:spPr>
        <p:txBody>
          <a:bodyPr lIns="0" tIns="0" rIns="0" bIns="0" rtlCol="0" anchor="t">
            <a:spAutoFit/>
          </a:bodyPr>
          <a:lstStyle/>
          <a:p>
            <a:pPr algn="ctr">
              <a:lnSpc>
                <a:spcPts val="2880"/>
              </a:lnSpc>
            </a:pPr>
            <a:r>
              <a:rPr lang="en-US" sz="3600" b="1">
                <a:solidFill>
                  <a:srgbClr val="7AFFFF"/>
                </a:solidFill>
                <a:latin typeface="TT Autonomous Bold"/>
                <a:ea typeface="TT Autonomous Bold"/>
                <a:cs typeface="TT Autonomous Bold"/>
                <a:sym typeface="TT Autonomous Bold"/>
              </a:rPr>
              <a:t>Inovations</a:t>
            </a:r>
            <a:endParaRPr lang="en-US" sz="3600" b="1">
              <a:solidFill>
                <a:srgbClr val="7AFFFF"/>
              </a:solidFill>
              <a:latin typeface="TT Autonomous Bold"/>
              <a:ea typeface="TT Autonomous Bold"/>
              <a:cs typeface="TT Autonomous Bold"/>
              <a:sym typeface="TT Autonomous Bold"/>
            </a:endParaRPr>
          </a:p>
        </p:txBody>
      </p:sp>
      <p:sp>
        <p:nvSpPr>
          <p:cNvPr id="33" name="TextBox 33"/>
          <p:cNvSpPr txBox="1"/>
          <p:nvPr/>
        </p:nvSpPr>
        <p:spPr>
          <a:xfrm>
            <a:off x="6519341"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Abstract</a:t>
            </a:r>
            <a:endParaRPr lang="en-US" sz="1800" b="1" spc="41">
              <a:solidFill>
                <a:srgbClr val="7AFFFF"/>
              </a:solidFill>
              <a:latin typeface="Canva Sans Bold"/>
              <a:ea typeface="Canva Sans Bold"/>
              <a:cs typeface="Canva Sans Bold"/>
              <a:sym typeface="Canva Sans Bold"/>
            </a:endParaRPr>
          </a:p>
        </p:txBody>
      </p:sp>
      <p:sp>
        <p:nvSpPr>
          <p:cNvPr id="34" name="TextBox 34"/>
          <p:cNvSpPr txBox="1"/>
          <p:nvPr/>
        </p:nvSpPr>
        <p:spPr>
          <a:xfrm>
            <a:off x="8895394"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Introduction</a:t>
            </a:r>
            <a:endParaRPr lang="en-US" sz="1800" b="1" spc="41">
              <a:solidFill>
                <a:srgbClr val="7AFFFF"/>
              </a:solidFill>
              <a:latin typeface="Canva Sans Bold"/>
              <a:ea typeface="Canva Sans Bold"/>
              <a:cs typeface="Canva Sans Bold"/>
              <a:sym typeface="Canva Sans Bold"/>
            </a:endParaRPr>
          </a:p>
        </p:txBody>
      </p:sp>
      <p:sp>
        <p:nvSpPr>
          <p:cNvPr id="35" name="TextBox 35"/>
          <p:cNvSpPr txBox="1"/>
          <p:nvPr/>
        </p:nvSpPr>
        <p:spPr>
          <a:xfrm>
            <a:off x="11271447"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Problems</a:t>
            </a:r>
            <a:endParaRPr lang="en-US" sz="1800" b="1" spc="41">
              <a:solidFill>
                <a:srgbClr val="7AFFFF"/>
              </a:solidFill>
              <a:latin typeface="Canva Sans Bold"/>
              <a:ea typeface="Canva Sans Bold"/>
              <a:cs typeface="Canva Sans Bold"/>
              <a:sym typeface="Canva Sans Bold"/>
            </a:endParaRPr>
          </a:p>
        </p:txBody>
      </p:sp>
      <p:sp>
        <p:nvSpPr>
          <p:cNvPr id="36" name="TextBox 36"/>
          <p:cNvSpPr txBox="1"/>
          <p:nvPr/>
        </p:nvSpPr>
        <p:spPr>
          <a:xfrm>
            <a:off x="13647500"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Innovation</a:t>
            </a:r>
            <a:endParaRPr lang="en-US" sz="1800" b="1" spc="41">
              <a:solidFill>
                <a:srgbClr val="7AFFFF"/>
              </a:solidFill>
              <a:latin typeface="Canva Sans Bold"/>
              <a:ea typeface="Canva Sans Bold"/>
              <a:cs typeface="Canva Sans Bold"/>
              <a:sym typeface="Canva Sans Bold"/>
            </a:endParaRPr>
          </a:p>
        </p:txBody>
      </p:sp>
      <p:sp>
        <p:nvSpPr>
          <p:cNvPr id="37" name="TextBox 37"/>
          <p:cNvSpPr txBox="1"/>
          <p:nvPr/>
        </p:nvSpPr>
        <p:spPr>
          <a:xfrm>
            <a:off x="16023553"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Conclusion</a:t>
            </a:r>
            <a:endParaRPr lang="en-US" sz="1800" b="1" spc="41">
              <a:solidFill>
                <a:srgbClr val="7AFFFF"/>
              </a:solidFill>
              <a:latin typeface="Canva Sans Bold"/>
              <a:ea typeface="Canva Sans Bold"/>
              <a:cs typeface="Canva Sans Bold"/>
              <a:sym typeface="Canva Sans Bold"/>
            </a:endParaRPr>
          </a:p>
        </p:txBody>
      </p:sp>
      <p:sp>
        <p:nvSpPr>
          <p:cNvPr id="38" name="TextBox 38"/>
          <p:cNvSpPr txBox="1"/>
          <p:nvPr/>
        </p:nvSpPr>
        <p:spPr>
          <a:xfrm>
            <a:off x="1907748" y="8402955"/>
            <a:ext cx="14472503" cy="855345"/>
          </a:xfrm>
          <a:prstGeom prst="rect">
            <a:avLst/>
          </a:prstGeom>
        </p:spPr>
        <p:txBody>
          <a:bodyPr lIns="0" tIns="0" rIns="0" bIns="0" rtlCol="0" anchor="t">
            <a:spAutoFit/>
          </a:bodyPr>
          <a:lstStyle/>
          <a:p>
            <a:pPr algn="ctr">
              <a:lnSpc>
                <a:spcPts val="3450"/>
              </a:lnSpc>
            </a:pPr>
            <a:r>
              <a:rPr lang="en-US" sz="2300" spc="52">
                <a:solidFill>
                  <a:srgbClr val="FFFFFF"/>
                </a:solidFill>
                <a:latin typeface="Canva Sans"/>
                <a:ea typeface="Canva Sans"/>
                <a:cs typeface="Canva Sans"/>
                <a:sym typeface="Canva Sans"/>
              </a:rPr>
              <a:t>Lorem ipsum dolor sit amet, consectetur adipiscing elit. Quisque euismod maximus nisi, quis tincidunt dolor facilisis a. Sed vitae massa sodales, auctor ipsum a, aliquet dolor.</a:t>
            </a:r>
            <a:endParaRPr lang="en-US" sz="2300" spc="52">
              <a:solidFill>
                <a:srgbClr val="FFFFFF"/>
              </a:solidFill>
              <a:latin typeface="Canva Sans"/>
              <a:ea typeface="Canva Sans"/>
              <a:cs typeface="Canva Sans"/>
              <a:sym typeface="Canv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21B"/>
        </a:solidFill>
        <a:effectLst/>
      </p:bgPr>
    </p:bg>
    <p:spTree>
      <p:nvGrpSpPr>
        <p:cNvPr id="1" name=""/>
        <p:cNvGrpSpPr/>
        <p:nvPr/>
      </p:nvGrpSpPr>
      <p:grpSpPr>
        <a:xfrm>
          <a:off x="0" y="0"/>
          <a:ext cx="0" cy="0"/>
          <a:chOff x="0" y="0"/>
          <a:chExt cx="0" cy="0"/>
        </a:xfrm>
      </p:grpSpPr>
      <p:sp>
        <p:nvSpPr>
          <p:cNvPr id="2" name="Freeform 2"/>
          <p:cNvSpPr/>
          <p:nvPr/>
        </p:nvSpPr>
        <p:spPr>
          <a:xfrm flipV="1">
            <a:off x="-3111598" y="4914258"/>
            <a:ext cx="10922401" cy="6732171"/>
          </a:xfrm>
          <a:custGeom>
            <a:avLst/>
            <a:gdLst/>
            <a:ahLst/>
            <a:cxnLst/>
            <a:rect l="l" t="t" r="r" b="b"/>
            <a:pathLst>
              <a:path w="10922401" h="6732171">
                <a:moveTo>
                  <a:pt x="0" y="6732170"/>
                </a:moveTo>
                <a:lnTo>
                  <a:pt x="10922401" y="6732170"/>
                </a:lnTo>
                <a:lnTo>
                  <a:pt x="10922401" y="0"/>
                </a:lnTo>
                <a:lnTo>
                  <a:pt x="0" y="0"/>
                </a:lnTo>
                <a:lnTo>
                  <a:pt x="0" y="6732170"/>
                </a:lnTo>
                <a:close/>
              </a:path>
            </a:pathLst>
          </a:custGeom>
          <a:blipFill>
            <a:blip r:embed="rId1"/>
            <a:stretch>
              <a:fillRect/>
            </a:stretch>
          </a:blipFill>
        </p:spPr>
      </p:sp>
      <p:sp>
        <p:nvSpPr>
          <p:cNvPr id="3" name="Freeform 3"/>
          <p:cNvSpPr/>
          <p:nvPr/>
        </p:nvSpPr>
        <p:spPr>
          <a:xfrm flipH="1">
            <a:off x="10447546" y="551379"/>
            <a:ext cx="10922401" cy="6732171"/>
          </a:xfrm>
          <a:custGeom>
            <a:avLst/>
            <a:gdLst/>
            <a:ahLst/>
            <a:cxnLst/>
            <a:rect l="l" t="t" r="r" b="b"/>
            <a:pathLst>
              <a:path w="10922401" h="6732171">
                <a:moveTo>
                  <a:pt x="10922400" y="0"/>
                </a:moveTo>
                <a:lnTo>
                  <a:pt x="0" y="0"/>
                </a:lnTo>
                <a:lnTo>
                  <a:pt x="0" y="6732171"/>
                </a:lnTo>
                <a:lnTo>
                  <a:pt x="10922400" y="6732171"/>
                </a:lnTo>
                <a:lnTo>
                  <a:pt x="10922400" y="0"/>
                </a:lnTo>
                <a:close/>
              </a:path>
            </a:pathLst>
          </a:custGeom>
          <a:blipFill>
            <a:blip r:embed="rId1"/>
            <a:stretch>
              <a:fillRect/>
            </a:stretch>
          </a:blipFill>
        </p:spPr>
      </p:sp>
      <p:sp>
        <p:nvSpPr>
          <p:cNvPr id="4" name="Freeform 4"/>
          <p:cNvSpPr/>
          <p:nvPr/>
        </p:nvSpPr>
        <p:spPr>
          <a:xfrm rot="-5400000">
            <a:off x="-5247172" y="364429"/>
            <a:ext cx="10229950" cy="13186708"/>
          </a:xfrm>
          <a:custGeom>
            <a:avLst/>
            <a:gdLst/>
            <a:ahLst/>
            <a:cxnLst/>
            <a:rect l="l" t="t" r="r" b="b"/>
            <a:pathLst>
              <a:path w="10229950" h="13186708">
                <a:moveTo>
                  <a:pt x="0" y="0"/>
                </a:moveTo>
                <a:lnTo>
                  <a:pt x="10229950" y="0"/>
                </a:lnTo>
                <a:lnTo>
                  <a:pt x="10229950" y="13186708"/>
                </a:lnTo>
                <a:lnTo>
                  <a:pt x="0" y="13186708"/>
                </a:lnTo>
                <a:lnTo>
                  <a:pt x="0" y="0"/>
                </a:lnTo>
                <a:close/>
              </a:path>
            </a:pathLst>
          </a:custGeom>
          <a:blipFill>
            <a:blip r:embed="rId2"/>
            <a:stretch>
              <a:fillRect/>
            </a:stretch>
          </a:blipFill>
        </p:spPr>
      </p:sp>
      <p:sp>
        <p:nvSpPr>
          <p:cNvPr id="5" name="Freeform 5"/>
          <p:cNvSpPr/>
          <p:nvPr/>
        </p:nvSpPr>
        <p:spPr>
          <a:xfrm>
            <a:off x="11204702" y="-2701568"/>
            <a:ext cx="7684389" cy="8229600"/>
          </a:xfrm>
          <a:custGeom>
            <a:avLst/>
            <a:gdLst/>
            <a:ahLst/>
            <a:cxnLst/>
            <a:rect l="l" t="t" r="r" b="b"/>
            <a:pathLst>
              <a:path w="7684389" h="8229600">
                <a:moveTo>
                  <a:pt x="0" y="0"/>
                </a:moveTo>
                <a:lnTo>
                  <a:pt x="7684389" y="0"/>
                </a:lnTo>
                <a:lnTo>
                  <a:pt x="7684389" y="8229600"/>
                </a:lnTo>
                <a:lnTo>
                  <a:pt x="0" y="8229600"/>
                </a:lnTo>
                <a:lnTo>
                  <a:pt x="0" y="0"/>
                </a:lnTo>
                <a:close/>
              </a:path>
            </a:pathLst>
          </a:custGeom>
          <a:blipFill>
            <a:blip r:embed="rId3"/>
            <a:stretch>
              <a:fillRect/>
            </a:stretch>
          </a:blipFill>
        </p:spPr>
      </p:sp>
      <p:sp>
        <p:nvSpPr>
          <p:cNvPr id="6" name="Freeform 6"/>
          <p:cNvSpPr/>
          <p:nvPr/>
        </p:nvSpPr>
        <p:spPr>
          <a:xfrm>
            <a:off x="-1046209" y="969886"/>
            <a:ext cx="7315200" cy="443345"/>
          </a:xfrm>
          <a:custGeom>
            <a:avLst/>
            <a:gdLst/>
            <a:ahLst/>
            <a:cxnLst/>
            <a:rect l="l" t="t" r="r" b="b"/>
            <a:pathLst>
              <a:path w="7315200" h="443345">
                <a:moveTo>
                  <a:pt x="0" y="0"/>
                </a:moveTo>
                <a:lnTo>
                  <a:pt x="7315200" y="0"/>
                </a:lnTo>
                <a:lnTo>
                  <a:pt x="7315200" y="443346"/>
                </a:lnTo>
                <a:lnTo>
                  <a:pt x="0" y="443346"/>
                </a:lnTo>
                <a:lnTo>
                  <a:pt x="0" y="0"/>
                </a:lnTo>
                <a:close/>
              </a:path>
            </a:pathLst>
          </a:custGeom>
          <a:blipFill>
            <a:blip r:embed="rId4"/>
            <a:stretch>
              <a:fillRect/>
            </a:stretch>
          </a:blipFill>
        </p:spPr>
      </p:sp>
      <p:grpSp>
        <p:nvGrpSpPr>
          <p:cNvPr id="7" name="Group 7"/>
          <p:cNvGrpSpPr/>
          <p:nvPr/>
        </p:nvGrpSpPr>
        <p:grpSpPr>
          <a:xfrm rot="0">
            <a:off x="6461157" y="808418"/>
            <a:ext cx="2213848" cy="766281"/>
            <a:chOff x="0" y="0"/>
            <a:chExt cx="583071" cy="201819"/>
          </a:xfrm>
        </p:grpSpPr>
        <p:sp>
          <p:nvSpPr>
            <p:cNvPr id="8" name="Freeform 8"/>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a:ln cap="sq">
              <a:noFill/>
              <a:prstDash val="solid"/>
              <a:miter/>
            </a:ln>
          </p:spPr>
        </p:sp>
        <p:sp>
          <p:nvSpPr>
            <p:cNvPr id="9" name="TextBox 9"/>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0" name="Group 10"/>
          <p:cNvGrpSpPr/>
          <p:nvPr/>
        </p:nvGrpSpPr>
        <p:grpSpPr>
          <a:xfrm rot="0">
            <a:off x="8832930" y="808418"/>
            <a:ext cx="2213848" cy="766281"/>
            <a:chOff x="0" y="0"/>
            <a:chExt cx="583071" cy="201819"/>
          </a:xfrm>
        </p:grpSpPr>
        <p:sp>
          <p:nvSpPr>
            <p:cNvPr id="11" name="Freeform 11"/>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a:ln cap="sq">
              <a:noFill/>
              <a:prstDash val="solid"/>
              <a:miter/>
            </a:ln>
          </p:spPr>
        </p:sp>
        <p:sp>
          <p:nvSpPr>
            <p:cNvPr id="12" name="TextBox 12"/>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3" name="Group 13"/>
          <p:cNvGrpSpPr/>
          <p:nvPr/>
        </p:nvGrpSpPr>
        <p:grpSpPr>
          <a:xfrm rot="0">
            <a:off x="11204702" y="808418"/>
            <a:ext cx="2213848" cy="766281"/>
            <a:chOff x="0" y="0"/>
            <a:chExt cx="583071" cy="201819"/>
          </a:xfrm>
        </p:grpSpPr>
        <p:sp>
          <p:nvSpPr>
            <p:cNvPr id="14" name="Freeform 14"/>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a:ln cap="sq">
              <a:noFill/>
              <a:prstDash val="solid"/>
              <a:miter/>
            </a:ln>
          </p:spPr>
        </p:sp>
        <p:sp>
          <p:nvSpPr>
            <p:cNvPr id="15" name="TextBox 15"/>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6" name="Group 16"/>
          <p:cNvGrpSpPr/>
          <p:nvPr/>
        </p:nvGrpSpPr>
        <p:grpSpPr>
          <a:xfrm rot="0">
            <a:off x="13576475" y="808418"/>
            <a:ext cx="2213848" cy="766281"/>
            <a:chOff x="0" y="0"/>
            <a:chExt cx="583071" cy="201819"/>
          </a:xfrm>
        </p:grpSpPr>
        <p:sp>
          <p:nvSpPr>
            <p:cNvPr id="17" name="Freeform 17"/>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194D69"/>
            </a:solidFill>
            <a:ln cap="sq">
              <a:noFill/>
              <a:prstDash val="solid"/>
              <a:miter/>
            </a:ln>
          </p:spPr>
        </p:sp>
        <p:sp>
          <p:nvSpPr>
            <p:cNvPr id="18" name="TextBox 18"/>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grpSp>
        <p:nvGrpSpPr>
          <p:cNvPr id="19" name="Group 19"/>
          <p:cNvGrpSpPr/>
          <p:nvPr/>
        </p:nvGrpSpPr>
        <p:grpSpPr>
          <a:xfrm rot="0">
            <a:off x="15948247" y="808418"/>
            <a:ext cx="2213848" cy="766281"/>
            <a:chOff x="0" y="0"/>
            <a:chExt cx="583071" cy="201819"/>
          </a:xfrm>
        </p:grpSpPr>
        <p:sp>
          <p:nvSpPr>
            <p:cNvPr id="20" name="Freeform 20"/>
            <p:cNvSpPr/>
            <p:nvPr/>
          </p:nvSpPr>
          <p:spPr>
            <a:xfrm>
              <a:off x="0" y="0"/>
              <a:ext cx="583071" cy="201819"/>
            </a:xfrm>
            <a:custGeom>
              <a:avLst/>
              <a:gdLst/>
              <a:ahLst/>
              <a:cxnLst/>
              <a:rect l="l" t="t" r="r" b="b"/>
              <a:pathLst>
                <a:path w="583071" h="201819">
                  <a:moveTo>
                    <a:pt x="34970" y="0"/>
                  </a:moveTo>
                  <a:lnTo>
                    <a:pt x="548101" y="0"/>
                  </a:lnTo>
                  <a:cubicBezTo>
                    <a:pt x="557375" y="0"/>
                    <a:pt x="566270" y="3684"/>
                    <a:pt x="572829" y="10243"/>
                  </a:cubicBezTo>
                  <a:cubicBezTo>
                    <a:pt x="579387" y="16801"/>
                    <a:pt x="583071" y="25696"/>
                    <a:pt x="583071" y="34970"/>
                  </a:cubicBezTo>
                  <a:lnTo>
                    <a:pt x="583071" y="166849"/>
                  </a:lnTo>
                  <a:cubicBezTo>
                    <a:pt x="583071" y="176123"/>
                    <a:pt x="579387" y="185018"/>
                    <a:pt x="572829" y="191576"/>
                  </a:cubicBezTo>
                  <a:cubicBezTo>
                    <a:pt x="566270" y="198135"/>
                    <a:pt x="557375" y="201819"/>
                    <a:pt x="548101" y="201819"/>
                  </a:cubicBezTo>
                  <a:lnTo>
                    <a:pt x="34970" y="201819"/>
                  </a:lnTo>
                  <a:cubicBezTo>
                    <a:pt x="25696" y="201819"/>
                    <a:pt x="16801" y="198135"/>
                    <a:pt x="10243" y="191576"/>
                  </a:cubicBezTo>
                  <a:cubicBezTo>
                    <a:pt x="3684" y="185018"/>
                    <a:pt x="0" y="176123"/>
                    <a:pt x="0" y="166849"/>
                  </a:cubicBezTo>
                  <a:lnTo>
                    <a:pt x="0" y="34970"/>
                  </a:lnTo>
                  <a:cubicBezTo>
                    <a:pt x="0" y="25696"/>
                    <a:pt x="3684" y="16801"/>
                    <a:pt x="10243" y="10243"/>
                  </a:cubicBezTo>
                  <a:cubicBezTo>
                    <a:pt x="16801" y="3684"/>
                    <a:pt x="25696" y="0"/>
                    <a:pt x="34970" y="0"/>
                  </a:cubicBezTo>
                  <a:close/>
                </a:path>
              </a:pathLst>
            </a:custGeom>
            <a:solidFill>
              <a:srgbClr val="001E2E"/>
            </a:solidFill>
            <a:ln w="38100" cap="sq">
              <a:solidFill>
                <a:srgbClr val="7AFFFF"/>
              </a:solidFill>
              <a:prstDash val="solid"/>
              <a:miter/>
            </a:ln>
          </p:spPr>
        </p:sp>
        <p:sp>
          <p:nvSpPr>
            <p:cNvPr id="21" name="TextBox 21"/>
            <p:cNvSpPr txBox="1"/>
            <p:nvPr/>
          </p:nvSpPr>
          <p:spPr>
            <a:xfrm>
              <a:off x="0" y="-66675"/>
              <a:ext cx="583071" cy="268494"/>
            </a:xfrm>
            <a:prstGeom prst="rect">
              <a:avLst/>
            </a:prstGeom>
          </p:spPr>
          <p:txBody>
            <a:bodyPr lIns="50800" tIns="50800" rIns="50800" bIns="50800" rtlCol="0" anchor="ctr"/>
            <a:lstStyle/>
            <a:p>
              <a:pPr algn="ctr">
                <a:lnSpc>
                  <a:spcPts val="3450"/>
                </a:lnSpc>
              </a:pPr>
            </a:p>
          </p:txBody>
        </p:sp>
      </p:grpSp>
      <p:sp>
        <p:nvSpPr>
          <p:cNvPr id="22" name="TextBox 22"/>
          <p:cNvSpPr txBox="1"/>
          <p:nvPr/>
        </p:nvSpPr>
        <p:spPr>
          <a:xfrm>
            <a:off x="1028700" y="6232437"/>
            <a:ext cx="9513802" cy="411480"/>
          </a:xfrm>
          <a:prstGeom prst="rect">
            <a:avLst/>
          </a:prstGeom>
        </p:spPr>
        <p:txBody>
          <a:bodyPr lIns="0" tIns="0" rIns="0" bIns="0" rtlCol="0" anchor="t">
            <a:spAutoFit/>
          </a:bodyPr>
          <a:lstStyle/>
          <a:p>
            <a:pPr algn="l">
              <a:lnSpc>
                <a:spcPts val="2880"/>
              </a:lnSpc>
            </a:pPr>
            <a:r>
              <a:rPr lang="en-US" sz="3600" b="1">
                <a:solidFill>
                  <a:srgbClr val="7AFFFF"/>
                </a:solidFill>
                <a:latin typeface="TT Autonomous Bold"/>
                <a:ea typeface="TT Autonomous Bold"/>
                <a:cs typeface="TT Autonomous Bold"/>
                <a:sym typeface="TT Autonomous Bold"/>
              </a:rPr>
              <a:t>Conclusion</a:t>
            </a:r>
            <a:endParaRPr lang="en-US" sz="3600" b="1">
              <a:solidFill>
                <a:srgbClr val="7AFFFF"/>
              </a:solidFill>
              <a:latin typeface="TT Autonomous Bold"/>
              <a:ea typeface="TT Autonomous Bold"/>
              <a:cs typeface="TT Autonomous Bold"/>
              <a:sym typeface="TT Autonomous Bold"/>
            </a:endParaRPr>
          </a:p>
        </p:txBody>
      </p:sp>
      <p:sp>
        <p:nvSpPr>
          <p:cNvPr id="23" name="TextBox 23"/>
          <p:cNvSpPr txBox="1"/>
          <p:nvPr/>
        </p:nvSpPr>
        <p:spPr>
          <a:xfrm>
            <a:off x="6519341"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Abstract</a:t>
            </a:r>
            <a:endParaRPr lang="en-US" sz="1800" b="1" spc="41">
              <a:solidFill>
                <a:srgbClr val="7AFFFF"/>
              </a:solidFill>
              <a:latin typeface="Canva Sans Bold"/>
              <a:ea typeface="Canva Sans Bold"/>
              <a:cs typeface="Canva Sans Bold"/>
              <a:sym typeface="Canva Sans Bold"/>
            </a:endParaRPr>
          </a:p>
        </p:txBody>
      </p:sp>
      <p:sp>
        <p:nvSpPr>
          <p:cNvPr id="24" name="TextBox 24"/>
          <p:cNvSpPr txBox="1"/>
          <p:nvPr/>
        </p:nvSpPr>
        <p:spPr>
          <a:xfrm>
            <a:off x="8895394"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Introduction</a:t>
            </a:r>
            <a:endParaRPr lang="en-US" sz="1800" b="1" spc="41">
              <a:solidFill>
                <a:srgbClr val="7AFFFF"/>
              </a:solidFill>
              <a:latin typeface="Canva Sans Bold"/>
              <a:ea typeface="Canva Sans Bold"/>
              <a:cs typeface="Canva Sans Bold"/>
              <a:sym typeface="Canva Sans Bold"/>
            </a:endParaRPr>
          </a:p>
        </p:txBody>
      </p:sp>
      <p:sp>
        <p:nvSpPr>
          <p:cNvPr id="25" name="TextBox 25"/>
          <p:cNvSpPr txBox="1"/>
          <p:nvPr/>
        </p:nvSpPr>
        <p:spPr>
          <a:xfrm>
            <a:off x="11271447"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Problems</a:t>
            </a:r>
            <a:endParaRPr lang="en-US" sz="1800" b="1" spc="41">
              <a:solidFill>
                <a:srgbClr val="7AFFFF"/>
              </a:solidFill>
              <a:latin typeface="Canva Sans Bold"/>
              <a:ea typeface="Canva Sans Bold"/>
              <a:cs typeface="Canva Sans Bold"/>
              <a:sym typeface="Canva Sans Bold"/>
            </a:endParaRPr>
          </a:p>
        </p:txBody>
      </p:sp>
      <p:sp>
        <p:nvSpPr>
          <p:cNvPr id="26" name="TextBox 26"/>
          <p:cNvSpPr txBox="1"/>
          <p:nvPr/>
        </p:nvSpPr>
        <p:spPr>
          <a:xfrm>
            <a:off x="13647500"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Innovation</a:t>
            </a:r>
            <a:endParaRPr lang="en-US" sz="1800" b="1" spc="41">
              <a:solidFill>
                <a:srgbClr val="7AFFFF"/>
              </a:solidFill>
              <a:latin typeface="Canva Sans Bold"/>
              <a:ea typeface="Canva Sans Bold"/>
              <a:cs typeface="Canva Sans Bold"/>
              <a:sym typeface="Canva Sans Bold"/>
            </a:endParaRPr>
          </a:p>
        </p:txBody>
      </p:sp>
      <p:sp>
        <p:nvSpPr>
          <p:cNvPr id="27" name="TextBox 27"/>
          <p:cNvSpPr txBox="1"/>
          <p:nvPr/>
        </p:nvSpPr>
        <p:spPr>
          <a:xfrm>
            <a:off x="16023553" y="1006774"/>
            <a:ext cx="2080358" cy="321945"/>
          </a:xfrm>
          <a:prstGeom prst="rect">
            <a:avLst/>
          </a:prstGeom>
        </p:spPr>
        <p:txBody>
          <a:bodyPr lIns="0" tIns="0" rIns="0" bIns="0" rtlCol="0" anchor="t">
            <a:spAutoFit/>
          </a:bodyPr>
          <a:lstStyle/>
          <a:p>
            <a:pPr algn="ctr">
              <a:lnSpc>
                <a:spcPts val="2700"/>
              </a:lnSpc>
            </a:pPr>
            <a:r>
              <a:rPr lang="en-US" sz="1800" b="1" spc="41">
                <a:solidFill>
                  <a:srgbClr val="7AFFFF"/>
                </a:solidFill>
                <a:latin typeface="Canva Sans Bold"/>
                <a:ea typeface="Canva Sans Bold"/>
                <a:cs typeface="Canva Sans Bold"/>
                <a:sym typeface="Canva Sans Bold"/>
              </a:rPr>
              <a:t>Conclusion</a:t>
            </a:r>
            <a:endParaRPr lang="en-US" sz="1800" b="1" spc="41">
              <a:solidFill>
                <a:srgbClr val="7AFFFF"/>
              </a:solidFill>
              <a:latin typeface="Canva Sans Bold"/>
              <a:ea typeface="Canva Sans Bold"/>
              <a:cs typeface="Canva Sans Bold"/>
              <a:sym typeface="Canva Sans Bold"/>
            </a:endParaRPr>
          </a:p>
        </p:txBody>
      </p:sp>
      <p:sp>
        <p:nvSpPr>
          <p:cNvPr id="28" name="TextBox 28"/>
          <p:cNvSpPr txBox="1"/>
          <p:nvPr/>
        </p:nvSpPr>
        <p:spPr>
          <a:xfrm>
            <a:off x="1023166" y="6650355"/>
            <a:ext cx="9952587" cy="2607945"/>
          </a:xfrm>
          <a:prstGeom prst="rect">
            <a:avLst/>
          </a:prstGeom>
        </p:spPr>
        <p:txBody>
          <a:bodyPr lIns="0" tIns="0" rIns="0" bIns="0" rtlCol="0" anchor="t">
            <a:spAutoFit/>
          </a:bodyPr>
          <a:lstStyle/>
          <a:p>
            <a:pPr algn="l">
              <a:lnSpc>
                <a:spcPts val="3450"/>
              </a:lnSpc>
            </a:pPr>
            <a:r>
              <a:rPr lang="en-US" sz="2300" spc="52">
                <a:solidFill>
                  <a:srgbClr val="FFFFFF"/>
                </a:solidFill>
                <a:latin typeface="Canva Sans"/>
                <a:ea typeface="Canva Sans"/>
                <a:cs typeface="Canva Sans"/>
                <a:sym typeface="Canva Sans"/>
              </a:rPr>
              <a:t>Lorem ipsum dolor sit amet, consectetur adipiscing elit. Quisque euismod maximus nisi, quis tincidunt dolor facilisis a. Sed vitae massa sodales, auctor ipsum a, aliquet dolor. Pellentesque habitant morbi tristique senectus et netus et malesuada fames ac turpis egestas. </a:t>
            </a:r>
            <a:r>
              <a:rPr lang="en-US" sz="2300" spc="52">
                <a:solidFill>
                  <a:srgbClr val="FFFFFF"/>
                </a:solidFill>
                <a:latin typeface="Canva Sans"/>
                <a:ea typeface="Canva Sans"/>
                <a:cs typeface="Canva Sans"/>
                <a:sym typeface="Canva Sans"/>
              </a:rPr>
              <a:t>Vestibulum tortor quam, feugiat vitae, ultricies eget, tempor sit amet, ante.</a:t>
            </a:r>
            <a:endParaRPr lang="en-US" sz="2300" spc="52">
              <a:solidFill>
                <a:srgbClr val="FFFFFF"/>
              </a:solidFill>
              <a:latin typeface="Canva Sans"/>
              <a:ea typeface="Canva Sans"/>
              <a:cs typeface="Canva Sans"/>
              <a:sym typeface="Canva Sans"/>
            </a:endParaRPr>
          </a:p>
        </p:txBody>
      </p:sp>
      <p:sp>
        <p:nvSpPr>
          <p:cNvPr id="29" name="Freeform 29"/>
          <p:cNvSpPr/>
          <p:nvPr/>
        </p:nvSpPr>
        <p:spPr>
          <a:xfrm>
            <a:off x="14149056" y="3842852"/>
            <a:ext cx="8277888" cy="8229600"/>
          </a:xfrm>
          <a:custGeom>
            <a:avLst/>
            <a:gdLst/>
            <a:ahLst/>
            <a:cxnLst/>
            <a:rect l="l" t="t" r="r" b="b"/>
            <a:pathLst>
              <a:path w="8277888" h="8229600">
                <a:moveTo>
                  <a:pt x="0" y="0"/>
                </a:moveTo>
                <a:lnTo>
                  <a:pt x="8277888" y="0"/>
                </a:lnTo>
                <a:lnTo>
                  <a:pt x="8277888" y="8229600"/>
                </a:lnTo>
                <a:lnTo>
                  <a:pt x="0" y="8229600"/>
                </a:lnTo>
                <a:lnTo>
                  <a:pt x="0" y="0"/>
                </a:lnTo>
                <a:close/>
              </a:path>
            </a:pathLst>
          </a:custGeom>
          <a:blipFill>
            <a:blip r:embed="rId5"/>
            <a:stretch>
              <a:fillRect/>
            </a:stretch>
          </a:blipFill>
        </p:spPr>
      </p:sp>
      <p:grpSp>
        <p:nvGrpSpPr>
          <p:cNvPr id="30" name="Group 30"/>
          <p:cNvGrpSpPr/>
          <p:nvPr/>
        </p:nvGrpSpPr>
        <p:grpSpPr>
          <a:xfrm rot="0">
            <a:off x="6813631" y="2200872"/>
            <a:ext cx="5187049" cy="3890286"/>
            <a:chOff x="0" y="0"/>
            <a:chExt cx="812800" cy="609600"/>
          </a:xfrm>
        </p:grpSpPr>
        <p:sp>
          <p:nvSpPr>
            <p:cNvPr id="31" name="Freeform 31"/>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blipFill>
              <a:blip r:embed="rId6"/>
              <a:stretch>
                <a:fillRect l="-16666" r="-16666"/>
              </a:stretch>
            </a:blipFill>
            <a:ln w="38100" cap="sq">
              <a:solidFill>
                <a:srgbClr val="C5FFFF"/>
              </a:solidFill>
              <a:prstDash val="solid"/>
              <a:miter/>
            </a:ln>
          </p:spPr>
        </p:sp>
      </p:grpSp>
      <p:grpSp>
        <p:nvGrpSpPr>
          <p:cNvPr id="32" name="Group 32"/>
          <p:cNvGrpSpPr/>
          <p:nvPr/>
        </p:nvGrpSpPr>
        <p:grpSpPr>
          <a:xfrm rot="0">
            <a:off x="11310569" y="3325351"/>
            <a:ext cx="5948731" cy="4461548"/>
            <a:chOff x="0" y="0"/>
            <a:chExt cx="812800" cy="609600"/>
          </a:xfrm>
        </p:grpSpPr>
        <p:sp>
          <p:nvSpPr>
            <p:cNvPr id="33" name="Freeform 33"/>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blipFill>
              <a:blip r:embed="rId7"/>
              <a:stretch>
                <a:fillRect l="-16666" r="-16666"/>
              </a:stretch>
            </a:blipFill>
            <a:ln w="38100" cap="sq">
              <a:solidFill>
                <a:srgbClr val="C5FFFF"/>
              </a:solidFill>
              <a:prstDash val="solid"/>
              <a:miter/>
            </a:ln>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21B"/>
        </a:solidFill>
        <a:effectLst/>
      </p:bgPr>
    </p:bg>
    <p:spTree>
      <p:nvGrpSpPr>
        <p:cNvPr id="1" name=""/>
        <p:cNvGrpSpPr/>
        <p:nvPr/>
      </p:nvGrpSpPr>
      <p:grpSpPr>
        <a:xfrm>
          <a:off x="0" y="0"/>
          <a:ext cx="0" cy="0"/>
          <a:chOff x="0" y="0"/>
          <a:chExt cx="0" cy="0"/>
        </a:xfrm>
      </p:grpSpPr>
      <p:sp>
        <p:nvSpPr>
          <p:cNvPr id="2" name="Freeform 2"/>
          <p:cNvSpPr/>
          <p:nvPr/>
        </p:nvSpPr>
        <p:spPr>
          <a:xfrm flipV="1">
            <a:off x="-3111598" y="4914258"/>
            <a:ext cx="10922401" cy="6732171"/>
          </a:xfrm>
          <a:custGeom>
            <a:avLst/>
            <a:gdLst/>
            <a:ahLst/>
            <a:cxnLst/>
            <a:rect l="l" t="t" r="r" b="b"/>
            <a:pathLst>
              <a:path w="10922401" h="6732171">
                <a:moveTo>
                  <a:pt x="0" y="6732170"/>
                </a:moveTo>
                <a:lnTo>
                  <a:pt x="10922401" y="6732170"/>
                </a:lnTo>
                <a:lnTo>
                  <a:pt x="10922401" y="0"/>
                </a:lnTo>
                <a:lnTo>
                  <a:pt x="0" y="0"/>
                </a:lnTo>
                <a:lnTo>
                  <a:pt x="0" y="6732170"/>
                </a:lnTo>
                <a:close/>
              </a:path>
            </a:pathLst>
          </a:custGeom>
          <a:blipFill>
            <a:blip r:embed="rId1"/>
            <a:stretch>
              <a:fillRect/>
            </a:stretch>
          </a:blipFill>
        </p:spPr>
      </p:sp>
      <p:sp>
        <p:nvSpPr>
          <p:cNvPr id="3" name="Freeform 3"/>
          <p:cNvSpPr/>
          <p:nvPr/>
        </p:nvSpPr>
        <p:spPr>
          <a:xfrm flipH="1">
            <a:off x="10447546" y="551379"/>
            <a:ext cx="10922401" cy="6732171"/>
          </a:xfrm>
          <a:custGeom>
            <a:avLst/>
            <a:gdLst/>
            <a:ahLst/>
            <a:cxnLst/>
            <a:rect l="l" t="t" r="r" b="b"/>
            <a:pathLst>
              <a:path w="10922401" h="6732171">
                <a:moveTo>
                  <a:pt x="10922400" y="0"/>
                </a:moveTo>
                <a:lnTo>
                  <a:pt x="0" y="0"/>
                </a:lnTo>
                <a:lnTo>
                  <a:pt x="0" y="6732171"/>
                </a:lnTo>
                <a:lnTo>
                  <a:pt x="10922400" y="6732171"/>
                </a:lnTo>
                <a:lnTo>
                  <a:pt x="10922400" y="0"/>
                </a:lnTo>
                <a:close/>
              </a:path>
            </a:pathLst>
          </a:custGeom>
          <a:blipFill>
            <a:blip r:embed="rId1"/>
            <a:stretch>
              <a:fillRect/>
            </a:stretch>
          </a:blipFill>
        </p:spPr>
      </p:sp>
      <p:sp>
        <p:nvSpPr>
          <p:cNvPr id="4" name="Freeform 4"/>
          <p:cNvSpPr/>
          <p:nvPr/>
        </p:nvSpPr>
        <p:spPr>
          <a:xfrm rot="-5400000">
            <a:off x="-5247172" y="364429"/>
            <a:ext cx="10229950" cy="13186708"/>
          </a:xfrm>
          <a:custGeom>
            <a:avLst/>
            <a:gdLst/>
            <a:ahLst/>
            <a:cxnLst/>
            <a:rect l="l" t="t" r="r" b="b"/>
            <a:pathLst>
              <a:path w="10229950" h="13186708">
                <a:moveTo>
                  <a:pt x="0" y="0"/>
                </a:moveTo>
                <a:lnTo>
                  <a:pt x="10229950" y="0"/>
                </a:lnTo>
                <a:lnTo>
                  <a:pt x="10229950" y="13186708"/>
                </a:lnTo>
                <a:lnTo>
                  <a:pt x="0" y="13186708"/>
                </a:lnTo>
                <a:lnTo>
                  <a:pt x="0" y="0"/>
                </a:lnTo>
                <a:close/>
              </a:path>
            </a:pathLst>
          </a:custGeom>
          <a:blipFill>
            <a:blip r:embed="rId2"/>
            <a:stretch>
              <a:fillRect/>
            </a:stretch>
          </a:blipFill>
        </p:spPr>
      </p:sp>
      <p:sp>
        <p:nvSpPr>
          <p:cNvPr id="5" name="Freeform 5"/>
          <p:cNvSpPr/>
          <p:nvPr/>
        </p:nvSpPr>
        <p:spPr>
          <a:xfrm>
            <a:off x="11204702" y="-2701568"/>
            <a:ext cx="7684389" cy="8229600"/>
          </a:xfrm>
          <a:custGeom>
            <a:avLst/>
            <a:gdLst/>
            <a:ahLst/>
            <a:cxnLst/>
            <a:rect l="l" t="t" r="r" b="b"/>
            <a:pathLst>
              <a:path w="7684389" h="8229600">
                <a:moveTo>
                  <a:pt x="0" y="0"/>
                </a:moveTo>
                <a:lnTo>
                  <a:pt x="7684389" y="0"/>
                </a:lnTo>
                <a:lnTo>
                  <a:pt x="7684389" y="8229600"/>
                </a:lnTo>
                <a:lnTo>
                  <a:pt x="0" y="8229600"/>
                </a:lnTo>
                <a:lnTo>
                  <a:pt x="0" y="0"/>
                </a:lnTo>
                <a:close/>
              </a:path>
            </a:pathLst>
          </a:custGeom>
          <a:blipFill>
            <a:blip r:embed="rId3"/>
            <a:stretch>
              <a:fillRect/>
            </a:stretch>
          </a:blipFill>
        </p:spPr>
      </p:sp>
      <p:sp>
        <p:nvSpPr>
          <p:cNvPr id="6" name="Freeform 6"/>
          <p:cNvSpPr/>
          <p:nvPr/>
        </p:nvSpPr>
        <p:spPr>
          <a:xfrm>
            <a:off x="-771399" y="-4258119"/>
            <a:ext cx="8277888" cy="8229600"/>
          </a:xfrm>
          <a:custGeom>
            <a:avLst/>
            <a:gdLst/>
            <a:ahLst/>
            <a:cxnLst/>
            <a:rect l="l" t="t" r="r" b="b"/>
            <a:pathLst>
              <a:path w="8277888" h="8229600">
                <a:moveTo>
                  <a:pt x="0" y="0"/>
                </a:moveTo>
                <a:lnTo>
                  <a:pt x="8277888" y="0"/>
                </a:lnTo>
                <a:lnTo>
                  <a:pt x="8277888" y="8229600"/>
                </a:lnTo>
                <a:lnTo>
                  <a:pt x="0" y="8229600"/>
                </a:lnTo>
                <a:lnTo>
                  <a:pt x="0" y="0"/>
                </a:lnTo>
                <a:close/>
              </a:path>
            </a:pathLst>
          </a:custGeom>
          <a:blipFill>
            <a:blip r:embed="rId4"/>
            <a:stretch>
              <a:fillRect/>
            </a:stretch>
          </a:blipFill>
        </p:spPr>
      </p:sp>
      <p:sp>
        <p:nvSpPr>
          <p:cNvPr id="7" name="Freeform 7"/>
          <p:cNvSpPr/>
          <p:nvPr/>
        </p:nvSpPr>
        <p:spPr>
          <a:xfrm>
            <a:off x="-1839722" y="-4114800"/>
            <a:ext cx="12453642" cy="8229600"/>
          </a:xfrm>
          <a:custGeom>
            <a:avLst/>
            <a:gdLst/>
            <a:ahLst/>
            <a:cxnLst/>
            <a:rect l="l" t="t" r="r" b="b"/>
            <a:pathLst>
              <a:path w="12453642" h="8229600">
                <a:moveTo>
                  <a:pt x="0" y="0"/>
                </a:moveTo>
                <a:lnTo>
                  <a:pt x="12453642" y="0"/>
                </a:lnTo>
                <a:lnTo>
                  <a:pt x="12453642" y="8229600"/>
                </a:lnTo>
                <a:lnTo>
                  <a:pt x="0" y="8229600"/>
                </a:lnTo>
                <a:lnTo>
                  <a:pt x="0" y="0"/>
                </a:lnTo>
                <a:close/>
              </a:path>
            </a:pathLst>
          </a:custGeom>
          <a:blipFill>
            <a:blip r:embed="rId5"/>
            <a:stretch>
              <a:fillRect/>
            </a:stretch>
          </a:blipFill>
        </p:spPr>
      </p:sp>
      <p:grpSp>
        <p:nvGrpSpPr>
          <p:cNvPr id="8" name="Group 8"/>
          <p:cNvGrpSpPr/>
          <p:nvPr/>
        </p:nvGrpSpPr>
        <p:grpSpPr>
          <a:xfrm rot="0">
            <a:off x="3367545" y="3399090"/>
            <a:ext cx="11552910" cy="796355"/>
            <a:chOff x="0" y="0"/>
            <a:chExt cx="3510353" cy="241973"/>
          </a:xfrm>
        </p:grpSpPr>
        <p:sp>
          <p:nvSpPr>
            <p:cNvPr id="9" name="Freeform 9"/>
            <p:cNvSpPr/>
            <p:nvPr/>
          </p:nvSpPr>
          <p:spPr>
            <a:xfrm>
              <a:off x="0" y="0"/>
              <a:ext cx="3510353" cy="241973"/>
            </a:xfrm>
            <a:custGeom>
              <a:avLst/>
              <a:gdLst/>
              <a:ahLst/>
              <a:cxnLst/>
              <a:rect l="l" t="t" r="r" b="b"/>
              <a:pathLst>
                <a:path w="3510353" h="241973">
                  <a:moveTo>
                    <a:pt x="34176" y="0"/>
                  </a:moveTo>
                  <a:lnTo>
                    <a:pt x="3476176" y="0"/>
                  </a:lnTo>
                  <a:cubicBezTo>
                    <a:pt x="3495051" y="0"/>
                    <a:pt x="3510353" y="15301"/>
                    <a:pt x="3510353" y="34176"/>
                  </a:cubicBezTo>
                  <a:lnTo>
                    <a:pt x="3510353" y="207796"/>
                  </a:lnTo>
                  <a:cubicBezTo>
                    <a:pt x="3510353" y="216860"/>
                    <a:pt x="3506752" y="225553"/>
                    <a:pt x="3500343" y="231963"/>
                  </a:cubicBezTo>
                  <a:cubicBezTo>
                    <a:pt x="3493933" y="238372"/>
                    <a:pt x="3485240" y="241973"/>
                    <a:pt x="3476176" y="241973"/>
                  </a:cubicBezTo>
                  <a:lnTo>
                    <a:pt x="34176" y="241973"/>
                  </a:lnTo>
                  <a:cubicBezTo>
                    <a:pt x="15301" y="241973"/>
                    <a:pt x="0" y="226671"/>
                    <a:pt x="0" y="207796"/>
                  </a:cubicBezTo>
                  <a:lnTo>
                    <a:pt x="0" y="34176"/>
                  </a:lnTo>
                  <a:cubicBezTo>
                    <a:pt x="0" y="25112"/>
                    <a:pt x="3601" y="16419"/>
                    <a:pt x="10010" y="10010"/>
                  </a:cubicBezTo>
                  <a:cubicBezTo>
                    <a:pt x="16419" y="3601"/>
                    <a:pt x="25112" y="0"/>
                    <a:pt x="34176" y="0"/>
                  </a:cubicBezTo>
                  <a:close/>
                </a:path>
              </a:pathLst>
            </a:custGeom>
            <a:gradFill rotWithShape="1">
              <a:gsLst>
                <a:gs pos="0">
                  <a:srgbClr val="FFFFFF">
                    <a:alpha val="42000"/>
                  </a:srgbClr>
                </a:gs>
                <a:gs pos="100000">
                  <a:srgbClr val="194D69">
                    <a:alpha val="42000"/>
                  </a:srgbClr>
                </a:gs>
              </a:gsLst>
              <a:lin ang="5400000"/>
            </a:gradFill>
            <a:ln cap="rnd">
              <a:noFill/>
              <a:prstDash val="solid"/>
              <a:round/>
            </a:ln>
          </p:spPr>
        </p:sp>
        <p:sp>
          <p:nvSpPr>
            <p:cNvPr id="10" name="TextBox 10"/>
            <p:cNvSpPr txBox="1"/>
            <p:nvPr/>
          </p:nvSpPr>
          <p:spPr>
            <a:xfrm>
              <a:off x="0" y="-38100"/>
              <a:ext cx="3510353" cy="280073"/>
            </a:xfrm>
            <a:prstGeom prst="rect">
              <a:avLst/>
            </a:prstGeom>
          </p:spPr>
          <p:txBody>
            <a:bodyPr lIns="50800" tIns="50800" rIns="50800" bIns="50800" rtlCol="0" anchor="ctr"/>
            <a:lstStyle/>
            <a:p>
              <a:pPr algn="ctr">
                <a:lnSpc>
                  <a:spcPts val="2660"/>
                </a:lnSpc>
              </a:pPr>
            </a:p>
          </p:txBody>
        </p:sp>
      </p:grpSp>
      <p:sp>
        <p:nvSpPr>
          <p:cNvPr id="11" name="TextBox 11"/>
          <p:cNvSpPr txBox="1"/>
          <p:nvPr/>
        </p:nvSpPr>
        <p:spPr>
          <a:xfrm>
            <a:off x="4387099" y="3658203"/>
            <a:ext cx="9513802" cy="411480"/>
          </a:xfrm>
          <a:prstGeom prst="rect">
            <a:avLst/>
          </a:prstGeom>
        </p:spPr>
        <p:txBody>
          <a:bodyPr lIns="0" tIns="0" rIns="0" bIns="0" rtlCol="0" anchor="t">
            <a:spAutoFit/>
          </a:bodyPr>
          <a:lstStyle/>
          <a:p>
            <a:pPr algn="ctr">
              <a:lnSpc>
                <a:spcPts val="2880"/>
              </a:lnSpc>
            </a:pPr>
            <a:r>
              <a:rPr lang="en-US" sz="3600" b="1">
                <a:solidFill>
                  <a:srgbClr val="7AFFFF"/>
                </a:solidFill>
                <a:latin typeface="TT Autonomous Bold"/>
                <a:ea typeface="TT Autonomous Bold"/>
                <a:cs typeface="TT Autonomous Bold"/>
                <a:sym typeface="TT Autonomous Bold"/>
              </a:rPr>
              <a:t>Recommendation</a:t>
            </a:r>
            <a:endParaRPr lang="en-US" sz="3600" b="1">
              <a:solidFill>
                <a:srgbClr val="7AFFFF"/>
              </a:solidFill>
              <a:latin typeface="TT Autonomous Bold"/>
              <a:ea typeface="TT Autonomous Bold"/>
              <a:cs typeface="TT Autonomous Bold"/>
              <a:sym typeface="TT Autonomous Bold"/>
            </a:endParaRPr>
          </a:p>
        </p:txBody>
      </p:sp>
      <p:sp>
        <p:nvSpPr>
          <p:cNvPr id="12" name="TextBox 12"/>
          <p:cNvSpPr txBox="1"/>
          <p:nvPr/>
        </p:nvSpPr>
        <p:spPr>
          <a:xfrm>
            <a:off x="3430741" y="4794079"/>
            <a:ext cx="12714407" cy="1293495"/>
          </a:xfrm>
          <a:prstGeom prst="rect">
            <a:avLst/>
          </a:prstGeom>
        </p:spPr>
        <p:txBody>
          <a:bodyPr lIns="0" tIns="0" rIns="0" bIns="0" rtlCol="0" anchor="t">
            <a:spAutoFit/>
          </a:bodyPr>
          <a:lstStyle/>
          <a:p>
            <a:pPr algn="just">
              <a:lnSpc>
                <a:spcPts val="3450"/>
              </a:lnSpc>
            </a:pPr>
            <a:r>
              <a:rPr lang="en-US" sz="2300" spc="52">
                <a:solidFill>
                  <a:srgbClr val="FFFFFF"/>
                </a:solidFill>
                <a:latin typeface="Canva Sans"/>
                <a:ea typeface="Canva Sans"/>
                <a:cs typeface="Canva Sans"/>
                <a:sym typeface="Canva Sans"/>
              </a:rPr>
              <a:t>Lorem ipsum dolor sit amet, consectetur adipiscing elit. Quisque euismod maximus nisi, quis tincidunt dolor facilisis a. Sed vitae massa sodales, auctor ipsum a, aliquet dolor.</a:t>
            </a:r>
            <a:endParaRPr lang="en-US" sz="2300" spc="52">
              <a:solidFill>
                <a:srgbClr val="FFFFFF"/>
              </a:solidFill>
              <a:latin typeface="Canva Sans"/>
              <a:ea typeface="Canva Sans"/>
              <a:cs typeface="Canva Sans"/>
              <a:sym typeface="Canva Sans"/>
            </a:endParaRPr>
          </a:p>
        </p:txBody>
      </p:sp>
      <p:sp>
        <p:nvSpPr>
          <p:cNvPr id="13" name="Freeform 13"/>
          <p:cNvSpPr/>
          <p:nvPr/>
        </p:nvSpPr>
        <p:spPr>
          <a:xfrm>
            <a:off x="2142852" y="4860754"/>
            <a:ext cx="1234018" cy="1226820"/>
          </a:xfrm>
          <a:custGeom>
            <a:avLst/>
            <a:gdLst/>
            <a:ahLst/>
            <a:cxnLst/>
            <a:rect l="l" t="t" r="r" b="b"/>
            <a:pathLst>
              <a:path w="1234018" h="1226820">
                <a:moveTo>
                  <a:pt x="0" y="0"/>
                </a:moveTo>
                <a:lnTo>
                  <a:pt x="1234018" y="0"/>
                </a:lnTo>
                <a:lnTo>
                  <a:pt x="1234018" y="1226820"/>
                </a:lnTo>
                <a:lnTo>
                  <a:pt x="0" y="1226820"/>
                </a:lnTo>
                <a:lnTo>
                  <a:pt x="0" y="0"/>
                </a:lnTo>
                <a:close/>
              </a:path>
            </a:pathLst>
          </a:custGeom>
          <a:blipFill>
            <a:blip r:embed="rId4"/>
            <a:stretch>
              <a:fillRect/>
            </a:stretch>
          </a:blipFill>
        </p:spPr>
      </p:sp>
      <p:sp>
        <p:nvSpPr>
          <p:cNvPr id="14" name="TextBox 14"/>
          <p:cNvSpPr txBox="1"/>
          <p:nvPr/>
        </p:nvSpPr>
        <p:spPr>
          <a:xfrm>
            <a:off x="3430741" y="6250141"/>
            <a:ext cx="12714407" cy="1731645"/>
          </a:xfrm>
          <a:prstGeom prst="rect">
            <a:avLst/>
          </a:prstGeom>
        </p:spPr>
        <p:txBody>
          <a:bodyPr lIns="0" tIns="0" rIns="0" bIns="0" rtlCol="0" anchor="t">
            <a:spAutoFit/>
          </a:bodyPr>
          <a:lstStyle/>
          <a:p>
            <a:pPr algn="l">
              <a:lnSpc>
                <a:spcPts val="3450"/>
              </a:lnSpc>
            </a:pPr>
            <a:r>
              <a:rPr lang="en-US" sz="2300" spc="52">
                <a:solidFill>
                  <a:srgbClr val="FFFFFF"/>
                </a:solidFill>
                <a:latin typeface="Canva Sans"/>
                <a:ea typeface="Canva Sans"/>
                <a:cs typeface="Canva Sans"/>
                <a:sym typeface="Canva Sans"/>
              </a:rPr>
              <a:t>Lorem ipsum dolor sit amet, consectetur adipiscing elit. Quisque euismod maximus nisi, quis tincidunt dolor facilisis a. Sed vitae massa sodales, auctor ipsum a, aliquet dolor. Pellentesque habitant morbi tristique senectus et netus et malesuada fames ac turpis egestas.</a:t>
            </a:r>
            <a:endParaRPr lang="en-US" sz="2300" spc="52">
              <a:solidFill>
                <a:srgbClr val="FFFFFF"/>
              </a:solidFill>
              <a:latin typeface="Canva Sans"/>
              <a:ea typeface="Canva Sans"/>
              <a:cs typeface="Canva Sans"/>
              <a:sym typeface="Canva Sans"/>
            </a:endParaRPr>
          </a:p>
        </p:txBody>
      </p:sp>
      <p:sp>
        <p:nvSpPr>
          <p:cNvPr id="15" name="Freeform 15"/>
          <p:cNvSpPr/>
          <p:nvPr/>
        </p:nvSpPr>
        <p:spPr>
          <a:xfrm>
            <a:off x="2142852" y="6316816"/>
            <a:ext cx="1234018" cy="1226820"/>
          </a:xfrm>
          <a:custGeom>
            <a:avLst/>
            <a:gdLst/>
            <a:ahLst/>
            <a:cxnLst/>
            <a:rect l="l" t="t" r="r" b="b"/>
            <a:pathLst>
              <a:path w="1234018" h="1226820">
                <a:moveTo>
                  <a:pt x="0" y="0"/>
                </a:moveTo>
                <a:lnTo>
                  <a:pt x="1234018" y="0"/>
                </a:lnTo>
                <a:lnTo>
                  <a:pt x="1234018" y="1226820"/>
                </a:lnTo>
                <a:lnTo>
                  <a:pt x="0" y="1226820"/>
                </a:lnTo>
                <a:lnTo>
                  <a:pt x="0" y="0"/>
                </a:lnTo>
                <a:close/>
              </a:path>
            </a:pathLst>
          </a:custGeom>
          <a:blipFill>
            <a:blip r:embed="rId4"/>
            <a:stretch>
              <a:fillRect/>
            </a:stretch>
          </a:blipFill>
        </p:spPr>
      </p:sp>
      <p:sp>
        <p:nvSpPr>
          <p:cNvPr id="16" name="TextBox 16"/>
          <p:cNvSpPr txBox="1"/>
          <p:nvPr/>
        </p:nvSpPr>
        <p:spPr>
          <a:xfrm>
            <a:off x="3430741" y="7964805"/>
            <a:ext cx="12714407" cy="1293495"/>
          </a:xfrm>
          <a:prstGeom prst="rect">
            <a:avLst/>
          </a:prstGeom>
        </p:spPr>
        <p:txBody>
          <a:bodyPr lIns="0" tIns="0" rIns="0" bIns="0" rtlCol="0" anchor="t">
            <a:spAutoFit/>
          </a:bodyPr>
          <a:lstStyle/>
          <a:p>
            <a:pPr algn="just">
              <a:lnSpc>
                <a:spcPts val="3450"/>
              </a:lnSpc>
            </a:pPr>
            <a:r>
              <a:rPr lang="en-US" sz="2300" spc="52">
                <a:solidFill>
                  <a:srgbClr val="FFFFFF"/>
                </a:solidFill>
                <a:latin typeface="Canva Sans"/>
                <a:ea typeface="Canva Sans"/>
                <a:cs typeface="Canva Sans"/>
                <a:sym typeface="Canva Sans"/>
              </a:rPr>
              <a:t>Lorem ipsum dolor sit amet, consectetur adipiscing elit. Quisque euismod maximus nisi, quis tincidunt dolor facilisis a. Sed vitae massa sodales, auctor ipsum a, aliquet dolor.</a:t>
            </a:r>
            <a:endParaRPr lang="en-US" sz="2300" spc="52">
              <a:solidFill>
                <a:srgbClr val="FFFFFF"/>
              </a:solidFill>
              <a:latin typeface="Canva Sans"/>
              <a:ea typeface="Canva Sans"/>
              <a:cs typeface="Canva Sans"/>
              <a:sym typeface="Canva Sans"/>
            </a:endParaRPr>
          </a:p>
        </p:txBody>
      </p:sp>
      <p:sp>
        <p:nvSpPr>
          <p:cNvPr id="17" name="Freeform 17"/>
          <p:cNvSpPr/>
          <p:nvPr/>
        </p:nvSpPr>
        <p:spPr>
          <a:xfrm>
            <a:off x="2142852" y="8031480"/>
            <a:ext cx="1234018" cy="1226820"/>
          </a:xfrm>
          <a:custGeom>
            <a:avLst/>
            <a:gdLst/>
            <a:ahLst/>
            <a:cxnLst/>
            <a:rect l="l" t="t" r="r" b="b"/>
            <a:pathLst>
              <a:path w="1234018" h="1226820">
                <a:moveTo>
                  <a:pt x="0" y="0"/>
                </a:moveTo>
                <a:lnTo>
                  <a:pt x="1234018" y="0"/>
                </a:lnTo>
                <a:lnTo>
                  <a:pt x="1234018" y="1226820"/>
                </a:lnTo>
                <a:lnTo>
                  <a:pt x="0" y="1226820"/>
                </a:lnTo>
                <a:lnTo>
                  <a:pt x="0" y="0"/>
                </a:lnTo>
                <a:close/>
              </a:path>
            </a:pathLst>
          </a:custGeom>
          <a:blipFill>
            <a:blip r:embed="rId4"/>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1E2E"/>
        </a:solidFill>
        <a:effectLst/>
      </p:bgPr>
    </p:bg>
    <p:spTree>
      <p:nvGrpSpPr>
        <p:cNvPr id="1" name=""/>
        <p:cNvGrpSpPr/>
        <p:nvPr/>
      </p:nvGrpSpPr>
      <p:grpSpPr>
        <a:xfrm>
          <a:off x="0" y="0"/>
          <a:ext cx="0" cy="0"/>
          <a:chOff x="0" y="0"/>
          <a:chExt cx="0" cy="0"/>
        </a:xfrm>
      </p:grpSpPr>
      <p:sp>
        <p:nvSpPr>
          <p:cNvPr id="2" name="Freeform 2"/>
          <p:cNvSpPr/>
          <p:nvPr/>
        </p:nvSpPr>
        <p:spPr>
          <a:xfrm flipV="1">
            <a:off x="-3111598" y="4914258"/>
            <a:ext cx="10922401" cy="6732171"/>
          </a:xfrm>
          <a:custGeom>
            <a:avLst/>
            <a:gdLst/>
            <a:ahLst/>
            <a:cxnLst/>
            <a:rect l="l" t="t" r="r" b="b"/>
            <a:pathLst>
              <a:path w="10922401" h="6732171">
                <a:moveTo>
                  <a:pt x="0" y="6732170"/>
                </a:moveTo>
                <a:lnTo>
                  <a:pt x="10922401" y="6732170"/>
                </a:lnTo>
                <a:lnTo>
                  <a:pt x="10922401" y="0"/>
                </a:lnTo>
                <a:lnTo>
                  <a:pt x="0" y="0"/>
                </a:lnTo>
                <a:lnTo>
                  <a:pt x="0" y="6732170"/>
                </a:lnTo>
                <a:close/>
              </a:path>
            </a:pathLst>
          </a:custGeom>
          <a:blipFill>
            <a:blip r:embed="rId1"/>
            <a:stretch>
              <a:fillRect/>
            </a:stretch>
          </a:blipFill>
        </p:spPr>
      </p:sp>
      <p:sp>
        <p:nvSpPr>
          <p:cNvPr id="3" name="Freeform 3"/>
          <p:cNvSpPr/>
          <p:nvPr/>
        </p:nvSpPr>
        <p:spPr>
          <a:xfrm>
            <a:off x="-1360707" y="2755255"/>
            <a:ext cx="15643729" cy="6669462"/>
          </a:xfrm>
          <a:custGeom>
            <a:avLst/>
            <a:gdLst/>
            <a:ahLst/>
            <a:cxnLst/>
            <a:rect l="l" t="t" r="r" b="b"/>
            <a:pathLst>
              <a:path w="15643729" h="6669462">
                <a:moveTo>
                  <a:pt x="0" y="0"/>
                </a:moveTo>
                <a:lnTo>
                  <a:pt x="15643728" y="0"/>
                </a:lnTo>
                <a:lnTo>
                  <a:pt x="15643728" y="6669462"/>
                </a:lnTo>
                <a:lnTo>
                  <a:pt x="0" y="66694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0447546" y="551379"/>
            <a:ext cx="10922401" cy="6732171"/>
          </a:xfrm>
          <a:custGeom>
            <a:avLst/>
            <a:gdLst/>
            <a:ahLst/>
            <a:cxnLst/>
            <a:rect l="l" t="t" r="r" b="b"/>
            <a:pathLst>
              <a:path w="10922401" h="6732171">
                <a:moveTo>
                  <a:pt x="10922400" y="0"/>
                </a:moveTo>
                <a:lnTo>
                  <a:pt x="0" y="0"/>
                </a:lnTo>
                <a:lnTo>
                  <a:pt x="0" y="6732171"/>
                </a:lnTo>
                <a:lnTo>
                  <a:pt x="10922400" y="6732171"/>
                </a:lnTo>
                <a:lnTo>
                  <a:pt x="10922400" y="0"/>
                </a:lnTo>
                <a:close/>
              </a:path>
            </a:pathLst>
          </a:custGeom>
          <a:blipFill>
            <a:blip r:embed="rId1"/>
            <a:stretch>
              <a:fillRect/>
            </a:stretch>
          </a:blipFill>
        </p:spPr>
      </p:sp>
      <p:sp>
        <p:nvSpPr>
          <p:cNvPr id="5" name="TextBox 5"/>
          <p:cNvSpPr txBox="1"/>
          <p:nvPr/>
        </p:nvSpPr>
        <p:spPr>
          <a:xfrm>
            <a:off x="4387099" y="4231639"/>
            <a:ext cx="9513802" cy="2223771"/>
          </a:xfrm>
          <a:prstGeom prst="rect">
            <a:avLst/>
          </a:prstGeom>
        </p:spPr>
        <p:txBody>
          <a:bodyPr lIns="0" tIns="0" rIns="0" bIns="0" rtlCol="0" anchor="t">
            <a:spAutoFit/>
          </a:bodyPr>
          <a:lstStyle/>
          <a:p>
            <a:pPr algn="ctr">
              <a:lnSpc>
                <a:spcPts val="8320"/>
              </a:lnSpc>
            </a:pPr>
            <a:r>
              <a:rPr lang="en-US" sz="10400" b="1">
                <a:solidFill>
                  <a:srgbClr val="FFFFFF"/>
                </a:solidFill>
                <a:latin typeface="TT Autonomous Bold"/>
                <a:ea typeface="TT Autonomous Bold"/>
                <a:cs typeface="TT Autonomous Bold"/>
                <a:sym typeface="TT Autonomous Bold"/>
              </a:rPr>
              <a:t>QNA</a:t>
            </a:r>
            <a:endParaRPr lang="en-US" sz="10400" b="1">
              <a:solidFill>
                <a:srgbClr val="FFFFFF"/>
              </a:solidFill>
              <a:latin typeface="TT Autonomous Bold"/>
              <a:ea typeface="TT Autonomous Bold"/>
              <a:cs typeface="TT Autonomous Bold"/>
              <a:sym typeface="TT Autonomous Bold"/>
            </a:endParaRPr>
          </a:p>
          <a:p>
            <a:pPr algn="ctr">
              <a:lnSpc>
                <a:spcPts val="8320"/>
              </a:lnSpc>
            </a:pPr>
            <a:r>
              <a:rPr lang="en-US" sz="10400" b="1">
                <a:solidFill>
                  <a:srgbClr val="FFFFFF"/>
                </a:solidFill>
                <a:latin typeface="TT Autonomous Bold"/>
                <a:ea typeface="TT Autonomous Bold"/>
                <a:cs typeface="TT Autonomous Bold"/>
                <a:sym typeface="TT Autonomous Bold"/>
              </a:rPr>
              <a:t>SESSION</a:t>
            </a:r>
            <a:endParaRPr lang="en-US" sz="10400" b="1">
              <a:solidFill>
                <a:srgbClr val="FFFFFF"/>
              </a:solidFill>
              <a:latin typeface="TT Autonomous Bold"/>
              <a:ea typeface="TT Autonomous Bold"/>
              <a:cs typeface="TT Autonomous Bold"/>
              <a:sym typeface="TT Autonomous Bold"/>
            </a:endParaRPr>
          </a:p>
        </p:txBody>
      </p:sp>
      <p:sp>
        <p:nvSpPr>
          <p:cNvPr id="6" name="Freeform 6"/>
          <p:cNvSpPr/>
          <p:nvPr/>
        </p:nvSpPr>
        <p:spPr>
          <a:xfrm rot="-5400000">
            <a:off x="-5247172" y="364429"/>
            <a:ext cx="10229950" cy="13186708"/>
          </a:xfrm>
          <a:custGeom>
            <a:avLst/>
            <a:gdLst/>
            <a:ahLst/>
            <a:cxnLst/>
            <a:rect l="l" t="t" r="r" b="b"/>
            <a:pathLst>
              <a:path w="10229950" h="13186708">
                <a:moveTo>
                  <a:pt x="0" y="0"/>
                </a:moveTo>
                <a:lnTo>
                  <a:pt x="10229950" y="0"/>
                </a:lnTo>
                <a:lnTo>
                  <a:pt x="10229950" y="13186708"/>
                </a:lnTo>
                <a:lnTo>
                  <a:pt x="0" y="13186708"/>
                </a:lnTo>
                <a:lnTo>
                  <a:pt x="0" y="0"/>
                </a:lnTo>
                <a:close/>
              </a:path>
            </a:pathLst>
          </a:custGeom>
          <a:blipFill>
            <a:blip r:embed="rId4"/>
            <a:stretch>
              <a:fillRect/>
            </a:stretch>
          </a:blipFill>
        </p:spPr>
      </p:sp>
      <p:sp>
        <p:nvSpPr>
          <p:cNvPr id="7" name="Freeform 7"/>
          <p:cNvSpPr/>
          <p:nvPr/>
        </p:nvSpPr>
        <p:spPr>
          <a:xfrm>
            <a:off x="11204702" y="-2701568"/>
            <a:ext cx="7684389" cy="8229600"/>
          </a:xfrm>
          <a:custGeom>
            <a:avLst/>
            <a:gdLst/>
            <a:ahLst/>
            <a:cxnLst/>
            <a:rect l="l" t="t" r="r" b="b"/>
            <a:pathLst>
              <a:path w="7684389" h="8229600">
                <a:moveTo>
                  <a:pt x="0" y="0"/>
                </a:moveTo>
                <a:lnTo>
                  <a:pt x="7684389" y="0"/>
                </a:lnTo>
                <a:lnTo>
                  <a:pt x="7684389" y="8229600"/>
                </a:lnTo>
                <a:lnTo>
                  <a:pt x="0" y="8229600"/>
                </a:lnTo>
                <a:lnTo>
                  <a:pt x="0" y="0"/>
                </a:lnTo>
                <a:close/>
              </a:path>
            </a:pathLst>
          </a:custGeom>
          <a:blipFill>
            <a:blip r:embed="rId5"/>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121B"/>
        </a:solidFill>
        <a:effectLst/>
      </p:bgPr>
    </p:bg>
    <p:spTree>
      <p:nvGrpSpPr>
        <p:cNvPr id="1" name=""/>
        <p:cNvGrpSpPr/>
        <p:nvPr/>
      </p:nvGrpSpPr>
      <p:grpSpPr>
        <a:xfrm>
          <a:off x="0" y="0"/>
          <a:ext cx="0" cy="0"/>
          <a:chOff x="0" y="0"/>
          <a:chExt cx="0" cy="0"/>
        </a:xfrm>
      </p:grpSpPr>
      <p:sp>
        <p:nvSpPr>
          <p:cNvPr id="2" name="Freeform 2"/>
          <p:cNvSpPr/>
          <p:nvPr/>
        </p:nvSpPr>
        <p:spPr>
          <a:xfrm flipV="1">
            <a:off x="-3111598" y="4914258"/>
            <a:ext cx="10922401" cy="6732171"/>
          </a:xfrm>
          <a:custGeom>
            <a:avLst/>
            <a:gdLst/>
            <a:ahLst/>
            <a:cxnLst/>
            <a:rect l="l" t="t" r="r" b="b"/>
            <a:pathLst>
              <a:path w="10922401" h="6732171">
                <a:moveTo>
                  <a:pt x="0" y="6732170"/>
                </a:moveTo>
                <a:lnTo>
                  <a:pt x="10922401" y="6732170"/>
                </a:lnTo>
                <a:lnTo>
                  <a:pt x="10922401" y="0"/>
                </a:lnTo>
                <a:lnTo>
                  <a:pt x="0" y="0"/>
                </a:lnTo>
                <a:lnTo>
                  <a:pt x="0" y="6732170"/>
                </a:lnTo>
                <a:close/>
              </a:path>
            </a:pathLst>
          </a:custGeom>
          <a:blipFill>
            <a:blip r:embed="rId1"/>
            <a:stretch>
              <a:fillRect/>
            </a:stretch>
          </a:blipFill>
        </p:spPr>
      </p:sp>
      <p:sp>
        <p:nvSpPr>
          <p:cNvPr id="3" name="Freeform 3"/>
          <p:cNvSpPr/>
          <p:nvPr/>
        </p:nvSpPr>
        <p:spPr>
          <a:xfrm flipH="1">
            <a:off x="10447546" y="551379"/>
            <a:ext cx="10922401" cy="6732171"/>
          </a:xfrm>
          <a:custGeom>
            <a:avLst/>
            <a:gdLst/>
            <a:ahLst/>
            <a:cxnLst/>
            <a:rect l="l" t="t" r="r" b="b"/>
            <a:pathLst>
              <a:path w="10922401" h="6732171">
                <a:moveTo>
                  <a:pt x="10922400" y="0"/>
                </a:moveTo>
                <a:lnTo>
                  <a:pt x="0" y="0"/>
                </a:lnTo>
                <a:lnTo>
                  <a:pt x="0" y="6732171"/>
                </a:lnTo>
                <a:lnTo>
                  <a:pt x="10922400" y="6732171"/>
                </a:lnTo>
                <a:lnTo>
                  <a:pt x="10922400" y="0"/>
                </a:lnTo>
                <a:close/>
              </a:path>
            </a:pathLst>
          </a:custGeom>
          <a:blipFill>
            <a:blip r:embed="rId1"/>
            <a:stretch>
              <a:fillRect/>
            </a:stretch>
          </a:blipFill>
        </p:spPr>
      </p:sp>
      <p:sp>
        <p:nvSpPr>
          <p:cNvPr id="4" name="TextBox 4"/>
          <p:cNvSpPr txBox="1"/>
          <p:nvPr/>
        </p:nvSpPr>
        <p:spPr>
          <a:xfrm>
            <a:off x="4387099" y="4231639"/>
            <a:ext cx="9513802" cy="2223771"/>
          </a:xfrm>
          <a:prstGeom prst="rect">
            <a:avLst/>
          </a:prstGeom>
        </p:spPr>
        <p:txBody>
          <a:bodyPr lIns="0" tIns="0" rIns="0" bIns="0" rtlCol="0" anchor="t">
            <a:spAutoFit/>
          </a:bodyPr>
          <a:lstStyle/>
          <a:p>
            <a:pPr algn="ctr">
              <a:lnSpc>
                <a:spcPts val="8320"/>
              </a:lnSpc>
            </a:pPr>
            <a:r>
              <a:rPr lang="en-US" sz="10400" b="1">
                <a:solidFill>
                  <a:srgbClr val="FFFFFF"/>
                </a:solidFill>
                <a:latin typeface="TT Autonomous Bold"/>
                <a:ea typeface="TT Autonomous Bold"/>
                <a:cs typeface="TT Autonomous Bold"/>
                <a:sym typeface="TT Autonomous Bold"/>
              </a:rPr>
              <a:t>THANK</a:t>
            </a:r>
            <a:endParaRPr lang="en-US" sz="10400" b="1">
              <a:solidFill>
                <a:srgbClr val="FFFFFF"/>
              </a:solidFill>
              <a:latin typeface="TT Autonomous Bold"/>
              <a:ea typeface="TT Autonomous Bold"/>
              <a:cs typeface="TT Autonomous Bold"/>
              <a:sym typeface="TT Autonomous Bold"/>
            </a:endParaRPr>
          </a:p>
          <a:p>
            <a:pPr algn="ctr">
              <a:lnSpc>
                <a:spcPts val="8320"/>
              </a:lnSpc>
            </a:pPr>
            <a:r>
              <a:rPr lang="en-US" sz="10400" b="1">
                <a:solidFill>
                  <a:srgbClr val="FFFFFF"/>
                </a:solidFill>
                <a:latin typeface="TT Autonomous Bold"/>
                <a:ea typeface="TT Autonomous Bold"/>
                <a:cs typeface="TT Autonomous Bold"/>
                <a:sym typeface="TT Autonomous Bold"/>
              </a:rPr>
              <a:t>YOU</a:t>
            </a:r>
            <a:endParaRPr lang="en-US" sz="10400" b="1">
              <a:solidFill>
                <a:srgbClr val="FFFFFF"/>
              </a:solidFill>
              <a:latin typeface="TT Autonomous Bold"/>
              <a:ea typeface="TT Autonomous Bold"/>
              <a:cs typeface="TT Autonomous Bold"/>
              <a:sym typeface="TT Autonomous Bold"/>
            </a:endParaRPr>
          </a:p>
        </p:txBody>
      </p:sp>
      <p:sp>
        <p:nvSpPr>
          <p:cNvPr id="5" name="Freeform 5"/>
          <p:cNvSpPr/>
          <p:nvPr/>
        </p:nvSpPr>
        <p:spPr>
          <a:xfrm rot="-5400000">
            <a:off x="-5247172" y="364429"/>
            <a:ext cx="10229950" cy="13186708"/>
          </a:xfrm>
          <a:custGeom>
            <a:avLst/>
            <a:gdLst/>
            <a:ahLst/>
            <a:cxnLst/>
            <a:rect l="l" t="t" r="r" b="b"/>
            <a:pathLst>
              <a:path w="10229950" h="13186708">
                <a:moveTo>
                  <a:pt x="0" y="0"/>
                </a:moveTo>
                <a:lnTo>
                  <a:pt x="10229950" y="0"/>
                </a:lnTo>
                <a:lnTo>
                  <a:pt x="10229950" y="13186708"/>
                </a:lnTo>
                <a:lnTo>
                  <a:pt x="0" y="13186708"/>
                </a:lnTo>
                <a:lnTo>
                  <a:pt x="0" y="0"/>
                </a:lnTo>
                <a:close/>
              </a:path>
            </a:pathLst>
          </a:custGeom>
          <a:blipFill>
            <a:blip r:embed="rId2"/>
            <a:stretch>
              <a:fillRect/>
            </a:stretch>
          </a:blipFill>
        </p:spPr>
      </p:sp>
      <p:sp>
        <p:nvSpPr>
          <p:cNvPr id="6" name="Freeform 6"/>
          <p:cNvSpPr/>
          <p:nvPr/>
        </p:nvSpPr>
        <p:spPr>
          <a:xfrm>
            <a:off x="11204702" y="-2701568"/>
            <a:ext cx="7684389" cy="8229600"/>
          </a:xfrm>
          <a:custGeom>
            <a:avLst/>
            <a:gdLst/>
            <a:ahLst/>
            <a:cxnLst/>
            <a:rect l="l" t="t" r="r" b="b"/>
            <a:pathLst>
              <a:path w="7684389" h="8229600">
                <a:moveTo>
                  <a:pt x="0" y="0"/>
                </a:moveTo>
                <a:lnTo>
                  <a:pt x="7684389" y="0"/>
                </a:lnTo>
                <a:lnTo>
                  <a:pt x="7684389" y="8229600"/>
                </a:lnTo>
                <a:lnTo>
                  <a:pt x="0" y="8229600"/>
                </a:lnTo>
                <a:lnTo>
                  <a:pt x="0" y="0"/>
                </a:lnTo>
                <a:close/>
              </a:path>
            </a:pathLst>
          </a:custGeom>
          <a:blipFill>
            <a:blip r:embed="rId3"/>
            <a:stretch>
              <a:fillRect/>
            </a:stretch>
          </a:blipFill>
        </p:spPr>
      </p:sp>
      <p:sp>
        <p:nvSpPr>
          <p:cNvPr id="7" name="Freeform 7"/>
          <p:cNvSpPr/>
          <p:nvPr/>
        </p:nvSpPr>
        <p:spPr>
          <a:xfrm>
            <a:off x="5059553" y="3388244"/>
            <a:ext cx="7315200" cy="443345"/>
          </a:xfrm>
          <a:custGeom>
            <a:avLst/>
            <a:gdLst/>
            <a:ahLst/>
            <a:cxnLst/>
            <a:rect l="l" t="t" r="r" b="b"/>
            <a:pathLst>
              <a:path w="7315200" h="443345">
                <a:moveTo>
                  <a:pt x="0" y="0"/>
                </a:moveTo>
                <a:lnTo>
                  <a:pt x="7315200" y="0"/>
                </a:lnTo>
                <a:lnTo>
                  <a:pt x="7315200" y="443345"/>
                </a:lnTo>
                <a:lnTo>
                  <a:pt x="0" y="4433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3146</Words>
  <Application>WPS Presentation</Application>
  <PresentationFormat>On-screen Show (4:3)</PresentationFormat>
  <Paragraphs>102</Paragraphs>
  <Slides>10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vt:i4>
      </vt:variant>
    </vt:vector>
  </HeadingPairs>
  <TitlesOfParts>
    <vt:vector size="23" baseType="lpstr">
      <vt:lpstr>Arial</vt:lpstr>
      <vt:lpstr>SimSun</vt:lpstr>
      <vt:lpstr>Wingdings</vt:lpstr>
      <vt:lpstr>DejaVu Sans</vt:lpstr>
      <vt:lpstr>TT Autonomous Bold</vt:lpstr>
      <vt:lpstr>Quicksand Light</vt:lpstr>
      <vt:lpstr>Canva Sans</vt:lpstr>
      <vt:lpstr>Canva Sans Bold</vt:lpstr>
      <vt:lpstr>Microsoft YaHei</vt:lpstr>
      <vt:lpstr>Droid Sans Fallback</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Navy Light Green Futuristic Technology Group Project Presentation</dc:title>
  <dc:creator/>
  <cp:lastModifiedBy>cybergorad</cp:lastModifiedBy>
  <cp:revision>2</cp:revision>
  <dcterms:created xsi:type="dcterms:W3CDTF">2025-07-01T08:24:22Z</dcterms:created>
  <dcterms:modified xsi:type="dcterms:W3CDTF">2025-07-01T08:24:22Z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