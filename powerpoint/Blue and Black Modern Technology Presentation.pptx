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Norwester" charset="1" panose="00000506000000000000"/>
      <p:regular r:id="rId16"/>
    </p:embeddedFont>
    <p:embeddedFont>
      <p:font typeface="Helvetica World" charset="1" panose="020B0500040000020004"/>
      <p:regular r:id="rId17"/>
    </p:embeddedFont>
    <p:embeddedFont>
      <p:font typeface="Helvetica World Bold" charset="1" panose="020B08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4.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 Id="rId5" Target="../media/image21.jpe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2.jpeg" Type="http://schemas.openxmlformats.org/officeDocument/2006/relationships/image"/><Relationship Id="rId4" Target="../media/image23.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9053909"/>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6996033" y="9053909"/>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028700" y="1028700"/>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835963" y="3447612"/>
            <a:ext cx="12616074" cy="3163176"/>
          </a:xfrm>
          <a:prstGeom prst="rect">
            <a:avLst/>
          </a:prstGeom>
        </p:spPr>
        <p:txBody>
          <a:bodyPr anchor="t" rtlCol="false" tIns="0" lIns="0" bIns="0" rIns="0">
            <a:spAutoFit/>
          </a:bodyPr>
          <a:lstStyle/>
          <a:p>
            <a:pPr algn="ctr">
              <a:lnSpc>
                <a:spcPts val="25590"/>
              </a:lnSpc>
            </a:pPr>
            <a:r>
              <a:rPr lang="en-US" sz="19386" spc="-949">
                <a:solidFill>
                  <a:srgbClr val="38B6FF"/>
                </a:solidFill>
                <a:latin typeface="Norwester"/>
                <a:ea typeface="Norwester"/>
                <a:cs typeface="Norwester"/>
                <a:sym typeface="Norwester"/>
              </a:rPr>
              <a:t>TECHNOLOGY</a:t>
            </a:r>
          </a:p>
        </p:txBody>
      </p:sp>
      <p:sp>
        <p:nvSpPr>
          <p:cNvPr name="TextBox 9" id="9"/>
          <p:cNvSpPr txBox="true"/>
          <p:nvPr/>
        </p:nvSpPr>
        <p:spPr>
          <a:xfrm rot="0">
            <a:off x="8246505" y="1415805"/>
            <a:ext cx="1794990" cy="383769"/>
          </a:xfrm>
          <a:prstGeom prst="rect">
            <a:avLst/>
          </a:prstGeom>
        </p:spPr>
        <p:txBody>
          <a:bodyPr anchor="t" rtlCol="false" tIns="0" lIns="0" bIns="0" rIns="0">
            <a:spAutoFit/>
          </a:bodyPr>
          <a:lstStyle/>
          <a:p>
            <a:pPr algn="ctr">
              <a:lnSpc>
                <a:spcPts val="3014"/>
              </a:lnSpc>
            </a:pPr>
            <a:r>
              <a:rPr lang="en-US" sz="2283" spc="-111">
                <a:solidFill>
                  <a:srgbClr val="FFFFFF"/>
                </a:solidFill>
                <a:latin typeface="Norwester"/>
                <a:ea typeface="Norwester"/>
                <a:cs typeface="Norwester"/>
                <a:sym typeface="Norwester"/>
              </a:rPr>
              <a:t>LARANA, INC.</a:t>
            </a:r>
          </a:p>
        </p:txBody>
      </p:sp>
      <p:sp>
        <p:nvSpPr>
          <p:cNvPr name="Freeform 10" id="10"/>
          <p:cNvSpPr/>
          <p:nvPr/>
        </p:nvSpPr>
        <p:spPr>
          <a:xfrm flipH="true" flipV="false" rot="0">
            <a:off x="15921917" y="104801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040973" y="2561885"/>
            <a:ext cx="5980010" cy="6696415"/>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3880" t="0" r="-33880" b="0"/>
              </a:stretch>
            </a:blipFill>
          </p:spPr>
        </p:sp>
      </p:grpSp>
      <p:sp>
        <p:nvSpPr>
          <p:cNvPr name="Freeform 5" id="5"/>
          <p:cNvSpPr/>
          <p:nvPr/>
        </p:nvSpPr>
        <p:spPr>
          <a:xfrm flipH="false" flipV="true" rot="0">
            <a:off x="14011825" y="102870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8317705" y="102870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317705" y="3164205"/>
            <a:ext cx="6638493"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OVERVIEW</a:t>
            </a:r>
          </a:p>
        </p:txBody>
      </p:sp>
      <p:sp>
        <p:nvSpPr>
          <p:cNvPr name="TextBox 8" id="8"/>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LARANA, INC.</a:t>
            </a:r>
          </a:p>
        </p:txBody>
      </p:sp>
      <p:sp>
        <p:nvSpPr>
          <p:cNvPr name="TextBox 9" id="9"/>
          <p:cNvSpPr txBox="true"/>
          <p:nvPr/>
        </p:nvSpPr>
        <p:spPr>
          <a:xfrm rot="0">
            <a:off x="13185237" y="6687820"/>
            <a:ext cx="4074063" cy="25704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
        <p:nvSpPr>
          <p:cNvPr name="TextBox 10" id="10"/>
          <p:cNvSpPr txBox="true"/>
          <p:nvPr/>
        </p:nvSpPr>
        <p:spPr>
          <a:xfrm rot="0">
            <a:off x="8317705" y="6687820"/>
            <a:ext cx="4074063" cy="25704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2186310" y="3577565"/>
            <a:ext cx="5072990" cy="5680735"/>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grpSp>
        <p:nvGrpSpPr>
          <p:cNvPr name="Group 5" id="5"/>
          <p:cNvGrpSpPr/>
          <p:nvPr/>
        </p:nvGrpSpPr>
        <p:grpSpPr>
          <a:xfrm rot="0">
            <a:off x="10479607" y="1028700"/>
            <a:ext cx="4243198" cy="4751533"/>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4037" t="0" r="-34037" b="0"/>
              </a:stretch>
            </a:blipFill>
          </p:spPr>
        </p:sp>
      </p:grpSp>
      <p:sp>
        <p:nvSpPr>
          <p:cNvPr name="Freeform 7" id="7"/>
          <p:cNvSpPr/>
          <p:nvPr/>
        </p:nvSpPr>
        <p:spPr>
          <a:xfrm flipH="false" flipV="true" rot="-5400000">
            <a:off x="9092049" y="7398382"/>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2511718"/>
            <a:ext cx="6638493"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ABOUT US</a:t>
            </a:r>
          </a:p>
        </p:txBody>
      </p:sp>
      <p:sp>
        <p:nvSpPr>
          <p:cNvPr name="TextBox 9" id="9"/>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LARANA, INC.</a:t>
            </a:r>
          </a:p>
        </p:txBody>
      </p:sp>
      <p:sp>
        <p:nvSpPr>
          <p:cNvPr name="TextBox 10" id="10"/>
          <p:cNvSpPr txBox="true"/>
          <p:nvPr/>
        </p:nvSpPr>
        <p:spPr>
          <a:xfrm rot="0">
            <a:off x="1040973" y="7716520"/>
            <a:ext cx="6897498"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
        <p:nvSpPr>
          <p:cNvPr name="TextBox 11" id="11"/>
          <p:cNvSpPr txBox="true"/>
          <p:nvPr/>
        </p:nvSpPr>
        <p:spPr>
          <a:xfrm rot="0">
            <a:off x="1028700" y="5761183"/>
            <a:ext cx="6885225"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2982291" y="1028700"/>
            <a:ext cx="4258605" cy="4768786"/>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49537" t="0" r="-49537" b="0"/>
              </a:stretch>
            </a:blipFill>
          </p:spPr>
        </p:sp>
      </p:grpSp>
      <p:grpSp>
        <p:nvGrpSpPr>
          <p:cNvPr name="Group 5" id="5"/>
          <p:cNvGrpSpPr/>
          <p:nvPr/>
        </p:nvGrpSpPr>
        <p:grpSpPr>
          <a:xfrm rot="0">
            <a:off x="8502114" y="1028700"/>
            <a:ext cx="4258605" cy="4768786"/>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68075" t="0" r="0" b="0"/>
              </a:stretch>
            </a:blipFill>
          </p:spPr>
        </p:sp>
      </p:grpSp>
      <p:sp>
        <p:nvSpPr>
          <p:cNvPr name="TextBox 7" id="7"/>
          <p:cNvSpPr txBox="true"/>
          <p:nvPr/>
        </p:nvSpPr>
        <p:spPr>
          <a:xfrm rot="0">
            <a:off x="1040973" y="3005988"/>
            <a:ext cx="5248357"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VISION</a:t>
            </a:r>
          </a:p>
        </p:txBody>
      </p:sp>
      <p:sp>
        <p:nvSpPr>
          <p:cNvPr name="TextBox 8" id="8"/>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LARANA, INC.</a:t>
            </a:r>
          </a:p>
        </p:txBody>
      </p:sp>
      <p:sp>
        <p:nvSpPr>
          <p:cNvPr name="TextBox 9" id="9"/>
          <p:cNvSpPr txBox="true"/>
          <p:nvPr/>
        </p:nvSpPr>
        <p:spPr>
          <a:xfrm rot="0">
            <a:off x="1022898" y="7716520"/>
            <a:ext cx="3626130"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a:t>
            </a:r>
          </a:p>
        </p:txBody>
      </p:sp>
      <p:sp>
        <p:nvSpPr>
          <p:cNvPr name="TextBox 10" id="10"/>
          <p:cNvSpPr txBox="true"/>
          <p:nvPr/>
        </p:nvSpPr>
        <p:spPr>
          <a:xfrm rot="0">
            <a:off x="1022898" y="6949732"/>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VISION 01</a:t>
            </a:r>
          </a:p>
        </p:txBody>
      </p:sp>
      <p:sp>
        <p:nvSpPr>
          <p:cNvPr name="TextBox 11" id="11"/>
          <p:cNvSpPr txBox="true"/>
          <p:nvPr/>
        </p:nvSpPr>
        <p:spPr>
          <a:xfrm rot="0">
            <a:off x="5226322" y="7716520"/>
            <a:ext cx="3626130"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a:t>
            </a:r>
          </a:p>
        </p:txBody>
      </p:sp>
      <p:sp>
        <p:nvSpPr>
          <p:cNvPr name="TextBox 12" id="12"/>
          <p:cNvSpPr txBox="true"/>
          <p:nvPr/>
        </p:nvSpPr>
        <p:spPr>
          <a:xfrm rot="0">
            <a:off x="5226322" y="6949732"/>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VISION 02</a:t>
            </a:r>
          </a:p>
        </p:txBody>
      </p:sp>
      <p:sp>
        <p:nvSpPr>
          <p:cNvPr name="TextBox 13" id="13"/>
          <p:cNvSpPr txBox="true"/>
          <p:nvPr/>
        </p:nvSpPr>
        <p:spPr>
          <a:xfrm rot="0">
            <a:off x="9429746" y="7716520"/>
            <a:ext cx="3626130"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a:t>
            </a:r>
          </a:p>
        </p:txBody>
      </p:sp>
      <p:sp>
        <p:nvSpPr>
          <p:cNvPr name="TextBox 14" id="14"/>
          <p:cNvSpPr txBox="true"/>
          <p:nvPr/>
        </p:nvSpPr>
        <p:spPr>
          <a:xfrm rot="0">
            <a:off x="9429746" y="6949732"/>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VISION 03</a:t>
            </a:r>
          </a:p>
        </p:txBody>
      </p:sp>
      <p:sp>
        <p:nvSpPr>
          <p:cNvPr name="TextBox 15" id="15"/>
          <p:cNvSpPr txBox="true"/>
          <p:nvPr/>
        </p:nvSpPr>
        <p:spPr>
          <a:xfrm rot="0">
            <a:off x="13633170" y="7716520"/>
            <a:ext cx="3626130"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a:t>
            </a:r>
          </a:p>
        </p:txBody>
      </p:sp>
      <p:sp>
        <p:nvSpPr>
          <p:cNvPr name="TextBox 16" id="16"/>
          <p:cNvSpPr txBox="true"/>
          <p:nvPr/>
        </p:nvSpPr>
        <p:spPr>
          <a:xfrm rot="0">
            <a:off x="13633170" y="6949732"/>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VISION 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4559982" y="1028700"/>
            <a:ext cx="7349169" cy="8229600"/>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sp>
        <p:nvSpPr>
          <p:cNvPr name="Freeform 5" id="5"/>
          <p:cNvSpPr/>
          <p:nvPr/>
        </p:nvSpPr>
        <p:spPr>
          <a:xfrm flipH="false" flipV="true" rot="0">
            <a:off x="8661676" y="878594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5400000">
            <a:off x="-1043200" y="5644474"/>
            <a:ext cx="5248357"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MISSION</a:t>
            </a:r>
          </a:p>
        </p:txBody>
      </p:sp>
      <p:sp>
        <p:nvSpPr>
          <p:cNvPr name="TextBox 7" id="7"/>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LARANA, INC.</a:t>
            </a:r>
          </a:p>
        </p:txBody>
      </p:sp>
      <p:sp>
        <p:nvSpPr>
          <p:cNvPr name="TextBox 8" id="8"/>
          <p:cNvSpPr txBox="true"/>
          <p:nvPr/>
        </p:nvSpPr>
        <p:spPr>
          <a:xfrm rot="0">
            <a:off x="13633170" y="1757388"/>
            <a:ext cx="3626130"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a:t>
            </a:r>
          </a:p>
        </p:txBody>
      </p:sp>
      <p:sp>
        <p:nvSpPr>
          <p:cNvPr name="TextBox 9" id="9"/>
          <p:cNvSpPr txBox="true"/>
          <p:nvPr/>
        </p:nvSpPr>
        <p:spPr>
          <a:xfrm rot="0">
            <a:off x="13633170" y="990600"/>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VISION 01</a:t>
            </a:r>
          </a:p>
        </p:txBody>
      </p:sp>
      <p:sp>
        <p:nvSpPr>
          <p:cNvPr name="TextBox 10" id="10"/>
          <p:cNvSpPr txBox="true"/>
          <p:nvPr/>
        </p:nvSpPr>
        <p:spPr>
          <a:xfrm rot="0">
            <a:off x="13633170" y="4738631"/>
            <a:ext cx="3626130"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a:t>
            </a:r>
          </a:p>
        </p:txBody>
      </p:sp>
      <p:sp>
        <p:nvSpPr>
          <p:cNvPr name="TextBox 11" id="11"/>
          <p:cNvSpPr txBox="true"/>
          <p:nvPr/>
        </p:nvSpPr>
        <p:spPr>
          <a:xfrm rot="0">
            <a:off x="13633170" y="3971843"/>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VISION 02</a:t>
            </a:r>
          </a:p>
        </p:txBody>
      </p:sp>
      <p:sp>
        <p:nvSpPr>
          <p:cNvPr name="TextBox 12" id="12"/>
          <p:cNvSpPr txBox="true"/>
          <p:nvPr/>
        </p:nvSpPr>
        <p:spPr>
          <a:xfrm rot="0">
            <a:off x="13633170" y="7716520"/>
            <a:ext cx="3626130" cy="1541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a:t>
            </a:r>
          </a:p>
        </p:txBody>
      </p:sp>
      <p:sp>
        <p:nvSpPr>
          <p:cNvPr name="TextBox 13" id="13"/>
          <p:cNvSpPr txBox="true"/>
          <p:nvPr/>
        </p:nvSpPr>
        <p:spPr>
          <a:xfrm rot="0">
            <a:off x="13633170" y="6949732"/>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VISION 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040973" y="2297488"/>
            <a:ext cx="4167313" cy="4666557"/>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grpSp>
        <p:nvGrpSpPr>
          <p:cNvPr name="Group 5" id="5"/>
          <p:cNvGrpSpPr/>
          <p:nvPr/>
        </p:nvGrpSpPr>
        <p:grpSpPr>
          <a:xfrm rot="0">
            <a:off x="2835963" y="5138600"/>
            <a:ext cx="3678960" cy="4119700"/>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4037" t="0" r="-34037" b="0"/>
              </a:stretch>
            </a:blipFill>
          </p:spPr>
        </p:sp>
      </p:grpSp>
      <p:sp>
        <p:nvSpPr>
          <p:cNvPr name="Freeform 7" id="7"/>
          <p:cNvSpPr/>
          <p:nvPr/>
        </p:nvSpPr>
        <p:spPr>
          <a:xfrm flipH="false" flipV="true" rot="0">
            <a:off x="8827421" y="7638812"/>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6929226" y="610125"/>
            <a:ext cx="10330074"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WHY CHOOSE US?</a:t>
            </a:r>
          </a:p>
        </p:txBody>
      </p:sp>
      <p:sp>
        <p:nvSpPr>
          <p:cNvPr name="TextBox 9" id="9"/>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LARANA, INC.</a:t>
            </a:r>
          </a:p>
        </p:txBody>
      </p:sp>
      <p:sp>
        <p:nvSpPr>
          <p:cNvPr name="TextBox 10" id="10"/>
          <p:cNvSpPr txBox="true"/>
          <p:nvPr/>
        </p:nvSpPr>
        <p:spPr>
          <a:xfrm rot="0">
            <a:off x="13339697" y="3715248"/>
            <a:ext cx="3919603" cy="282765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
        <p:nvSpPr>
          <p:cNvPr name="TextBox 11" id="11"/>
          <p:cNvSpPr txBox="true"/>
          <p:nvPr/>
        </p:nvSpPr>
        <p:spPr>
          <a:xfrm rot="0">
            <a:off x="13339697" y="6944995"/>
            <a:ext cx="3919603" cy="23133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a:t>
            </a:r>
          </a:p>
        </p:txBody>
      </p:sp>
      <p:sp>
        <p:nvSpPr>
          <p:cNvPr name="TextBox 12" id="12"/>
          <p:cNvSpPr txBox="true"/>
          <p:nvPr/>
        </p:nvSpPr>
        <p:spPr>
          <a:xfrm rot="0">
            <a:off x="8827421" y="3715248"/>
            <a:ext cx="3919603" cy="282765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4147568" y="1028700"/>
            <a:ext cx="3111732" cy="3484517"/>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3880" t="0" r="-33880" b="0"/>
              </a:stretch>
            </a:blipFill>
          </p:spPr>
        </p:sp>
      </p:grpSp>
      <p:grpSp>
        <p:nvGrpSpPr>
          <p:cNvPr name="Group 5" id="5"/>
          <p:cNvGrpSpPr/>
          <p:nvPr/>
        </p:nvGrpSpPr>
        <p:grpSpPr>
          <a:xfrm rot="0">
            <a:off x="10767800" y="1209980"/>
            <a:ext cx="3111732" cy="3484517"/>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4037" t="0" r="-34037" b="0"/>
              </a:stretch>
            </a:blipFill>
          </p:spPr>
        </p:sp>
      </p:grpSp>
      <p:sp>
        <p:nvSpPr>
          <p:cNvPr name="Freeform 7" id="7"/>
          <p:cNvSpPr/>
          <p:nvPr/>
        </p:nvSpPr>
        <p:spPr>
          <a:xfrm flipH="false" flipV="true" rot="-5400000">
            <a:off x="15399382" y="7398382"/>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40973" y="2460566"/>
            <a:ext cx="6592155"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SERVICES</a:t>
            </a:r>
          </a:p>
        </p:txBody>
      </p:sp>
      <p:sp>
        <p:nvSpPr>
          <p:cNvPr name="TextBox 9" id="9"/>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LARANA, INC.</a:t>
            </a:r>
          </a:p>
        </p:txBody>
      </p:sp>
      <p:sp>
        <p:nvSpPr>
          <p:cNvPr name="TextBox 10" id="10"/>
          <p:cNvSpPr txBox="true"/>
          <p:nvPr/>
        </p:nvSpPr>
        <p:spPr>
          <a:xfrm rot="0">
            <a:off x="1028700" y="6430645"/>
            <a:ext cx="3919603" cy="282765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
        <p:nvSpPr>
          <p:cNvPr name="TextBox 11" id="11"/>
          <p:cNvSpPr txBox="true"/>
          <p:nvPr/>
        </p:nvSpPr>
        <p:spPr>
          <a:xfrm rot="0">
            <a:off x="1040973" y="5639830"/>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SERVICE 01</a:t>
            </a:r>
          </a:p>
        </p:txBody>
      </p:sp>
      <p:sp>
        <p:nvSpPr>
          <p:cNvPr name="TextBox 12" id="12"/>
          <p:cNvSpPr txBox="true"/>
          <p:nvPr/>
        </p:nvSpPr>
        <p:spPr>
          <a:xfrm rot="0">
            <a:off x="5892114" y="6430645"/>
            <a:ext cx="3919603" cy="282765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
        <p:nvSpPr>
          <p:cNvPr name="TextBox 13" id="13"/>
          <p:cNvSpPr txBox="true"/>
          <p:nvPr/>
        </p:nvSpPr>
        <p:spPr>
          <a:xfrm rot="0">
            <a:off x="5904386" y="5639830"/>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SERVICE 02</a:t>
            </a:r>
          </a:p>
        </p:txBody>
      </p:sp>
      <p:sp>
        <p:nvSpPr>
          <p:cNvPr name="TextBox 14" id="14"/>
          <p:cNvSpPr txBox="true"/>
          <p:nvPr/>
        </p:nvSpPr>
        <p:spPr>
          <a:xfrm rot="0">
            <a:off x="10755527" y="6430645"/>
            <a:ext cx="3919603" cy="282765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 Scelerisque sapien ante quisque; lacus dignissim nulla.</a:t>
            </a:r>
          </a:p>
        </p:txBody>
      </p:sp>
      <p:sp>
        <p:nvSpPr>
          <p:cNvPr name="TextBox 15" id="15"/>
          <p:cNvSpPr txBox="true"/>
          <p:nvPr/>
        </p:nvSpPr>
        <p:spPr>
          <a:xfrm rot="0">
            <a:off x="10767800" y="5639830"/>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SERVICE 03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1747445" y="1028700"/>
            <a:ext cx="2330667" cy="233066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36426" t="0" r="-15411" b="-51838"/>
              </a:stretch>
            </a:blipFill>
          </p:spPr>
        </p:sp>
      </p:grpSp>
      <p:grpSp>
        <p:nvGrpSpPr>
          <p:cNvPr name="Group 5" id="5"/>
          <p:cNvGrpSpPr/>
          <p:nvPr/>
        </p:nvGrpSpPr>
        <p:grpSpPr>
          <a:xfrm rot="0">
            <a:off x="8654778" y="1028908"/>
            <a:ext cx="2330667" cy="23306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4"/>
              <a:stretch>
                <a:fillRect l="0" t="-1746" r="0" b="-1746"/>
              </a:stretch>
            </a:blipFill>
          </p:spPr>
        </p:sp>
      </p:grpSp>
      <p:grpSp>
        <p:nvGrpSpPr>
          <p:cNvPr name="Group 7" id="7"/>
          <p:cNvGrpSpPr/>
          <p:nvPr/>
        </p:nvGrpSpPr>
        <p:grpSpPr>
          <a:xfrm rot="0">
            <a:off x="14836674" y="1028700"/>
            <a:ext cx="2330667" cy="23306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5"/>
              <a:stretch>
                <a:fillRect l="0" t="0" r="0" b="0"/>
              </a:stretch>
            </a:blipFill>
          </p:spPr>
        </p:sp>
      </p:grpSp>
      <p:sp>
        <p:nvSpPr>
          <p:cNvPr name="Freeform 9" id="9"/>
          <p:cNvSpPr/>
          <p:nvPr/>
        </p:nvSpPr>
        <p:spPr>
          <a:xfrm flipH="false" flipV="true" rot="0">
            <a:off x="1028700"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40973" y="7526836"/>
            <a:ext cx="6592155"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OUR TEAM</a:t>
            </a:r>
          </a:p>
        </p:txBody>
      </p:sp>
      <p:sp>
        <p:nvSpPr>
          <p:cNvPr name="TextBox 11" id="11"/>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LARANA, INC.</a:t>
            </a:r>
          </a:p>
        </p:txBody>
      </p:sp>
      <p:sp>
        <p:nvSpPr>
          <p:cNvPr name="TextBox 12" id="12"/>
          <p:cNvSpPr txBox="true"/>
          <p:nvPr/>
        </p:nvSpPr>
        <p:spPr>
          <a:xfrm rot="0">
            <a:off x="8654778" y="3708445"/>
            <a:ext cx="1510482" cy="297497"/>
          </a:xfrm>
          <a:prstGeom prst="rect">
            <a:avLst/>
          </a:prstGeom>
        </p:spPr>
        <p:txBody>
          <a:bodyPr anchor="t" rtlCol="false" tIns="0" lIns="0" bIns="0" rIns="0">
            <a:spAutoFit/>
          </a:bodyPr>
          <a:lstStyle/>
          <a:p>
            <a:pPr algn="l">
              <a:lnSpc>
                <a:spcPts val="2240"/>
              </a:lnSpc>
              <a:spcBef>
                <a:spcPct val="0"/>
              </a:spcBef>
            </a:pPr>
            <a:r>
              <a:rPr lang="en-US" b="true" sz="1600" spc="-64">
                <a:solidFill>
                  <a:srgbClr val="FFFFFF"/>
                </a:solidFill>
                <a:latin typeface="Helvetica World Bold"/>
                <a:ea typeface="Helvetica World Bold"/>
                <a:cs typeface="Helvetica World Bold"/>
                <a:sym typeface="Helvetica World Bold"/>
              </a:rPr>
              <a:t>Sacha Dubois</a:t>
            </a:r>
          </a:p>
        </p:txBody>
      </p:sp>
      <p:sp>
        <p:nvSpPr>
          <p:cNvPr name="TextBox 13" id="13"/>
          <p:cNvSpPr txBox="true"/>
          <p:nvPr/>
        </p:nvSpPr>
        <p:spPr>
          <a:xfrm rot="0">
            <a:off x="8654778" y="4015150"/>
            <a:ext cx="2222066" cy="273685"/>
          </a:xfrm>
          <a:prstGeom prst="rect">
            <a:avLst/>
          </a:prstGeom>
        </p:spPr>
        <p:txBody>
          <a:bodyPr anchor="t" rtlCol="false" tIns="0" lIns="0" bIns="0" rIns="0">
            <a:spAutoFit/>
          </a:bodyPr>
          <a:lstStyle/>
          <a:p>
            <a:pPr algn="l">
              <a:lnSpc>
                <a:spcPts val="2240"/>
              </a:lnSpc>
              <a:spcBef>
                <a:spcPct val="0"/>
              </a:spcBef>
            </a:pPr>
            <a:r>
              <a:rPr lang="en-US" sz="1600" spc="-64">
                <a:solidFill>
                  <a:srgbClr val="FFFFFF"/>
                </a:solidFill>
                <a:latin typeface="Helvetica World"/>
                <a:ea typeface="Helvetica World"/>
                <a:cs typeface="Helvetica World"/>
                <a:sym typeface="Helvetica World"/>
              </a:rPr>
              <a:t>Financial Analyst</a:t>
            </a:r>
          </a:p>
        </p:txBody>
      </p:sp>
      <p:sp>
        <p:nvSpPr>
          <p:cNvPr name="TextBox 14" id="14"/>
          <p:cNvSpPr txBox="true"/>
          <p:nvPr/>
        </p:nvSpPr>
        <p:spPr>
          <a:xfrm rot="0">
            <a:off x="11747445" y="3708237"/>
            <a:ext cx="1510482" cy="297497"/>
          </a:xfrm>
          <a:prstGeom prst="rect">
            <a:avLst/>
          </a:prstGeom>
        </p:spPr>
        <p:txBody>
          <a:bodyPr anchor="t" rtlCol="false" tIns="0" lIns="0" bIns="0" rIns="0">
            <a:spAutoFit/>
          </a:bodyPr>
          <a:lstStyle/>
          <a:p>
            <a:pPr algn="l">
              <a:lnSpc>
                <a:spcPts val="2240"/>
              </a:lnSpc>
              <a:spcBef>
                <a:spcPct val="0"/>
              </a:spcBef>
            </a:pPr>
            <a:r>
              <a:rPr lang="en-US" b="true" sz="1600" spc="-64">
                <a:solidFill>
                  <a:srgbClr val="FFFFFF"/>
                </a:solidFill>
                <a:latin typeface="Helvetica World Bold"/>
                <a:ea typeface="Helvetica World Bold"/>
                <a:cs typeface="Helvetica World Bold"/>
                <a:sym typeface="Helvetica World Bold"/>
              </a:rPr>
              <a:t>Aaron Loeb</a:t>
            </a:r>
          </a:p>
        </p:txBody>
      </p:sp>
      <p:sp>
        <p:nvSpPr>
          <p:cNvPr name="TextBox 15" id="15"/>
          <p:cNvSpPr txBox="true"/>
          <p:nvPr/>
        </p:nvSpPr>
        <p:spPr>
          <a:xfrm rot="0">
            <a:off x="11747445" y="4014942"/>
            <a:ext cx="2422626" cy="273685"/>
          </a:xfrm>
          <a:prstGeom prst="rect">
            <a:avLst/>
          </a:prstGeom>
        </p:spPr>
        <p:txBody>
          <a:bodyPr anchor="t" rtlCol="false" tIns="0" lIns="0" bIns="0" rIns="0">
            <a:spAutoFit/>
          </a:bodyPr>
          <a:lstStyle/>
          <a:p>
            <a:pPr algn="l">
              <a:lnSpc>
                <a:spcPts val="2240"/>
              </a:lnSpc>
              <a:spcBef>
                <a:spcPct val="0"/>
              </a:spcBef>
            </a:pPr>
            <a:r>
              <a:rPr lang="en-US" sz="1600" spc="-64">
                <a:solidFill>
                  <a:srgbClr val="FFFFFF"/>
                </a:solidFill>
                <a:latin typeface="Helvetica World"/>
                <a:ea typeface="Helvetica World"/>
                <a:cs typeface="Helvetica World"/>
                <a:sym typeface="Helvetica World"/>
              </a:rPr>
              <a:t>IT Specialist</a:t>
            </a:r>
          </a:p>
        </p:txBody>
      </p:sp>
      <p:sp>
        <p:nvSpPr>
          <p:cNvPr name="TextBox 16" id="16"/>
          <p:cNvSpPr txBox="true"/>
          <p:nvPr/>
        </p:nvSpPr>
        <p:spPr>
          <a:xfrm rot="0">
            <a:off x="14836674" y="3708445"/>
            <a:ext cx="1510482" cy="297497"/>
          </a:xfrm>
          <a:prstGeom prst="rect">
            <a:avLst/>
          </a:prstGeom>
        </p:spPr>
        <p:txBody>
          <a:bodyPr anchor="t" rtlCol="false" tIns="0" lIns="0" bIns="0" rIns="0">
            <a:spAutoFit/>
          </a:bodyPr>
          <a:lstStyle/>
          <a:p>
            <a:pPr algn="l">
              <a:lnSpc>
                <a:spcPts val="2240"/>
              </a:lnSpc>
              <a:spcBef>
                <a:spcPct val="0"/>
              </a:spcBef>
            </a:pPr>
            <a:r>
              <a:rPr lang="en-US" b="true" sz="1600" spc="-64">
                <a:solidFill>
                  <a:srgbClr val="FFFFFF"/>
                </a:solidFill>
                <a:latin typeface="Helvetica World Bold"/>
                <a:ea typeface="Helvetica World Bold"/>
                <a:cs typeface="Helvetica World Bold"/>
                <a:sym typeface="Helvetica World Bold"/>
              </a:rPr>
              <a:t>Ketut Susilo</a:t>
            </a:r>
          </a:p>
        </p:txBody>
      </p:sp>
      <p:sp>
        <p:nvSpPr>
          <p:cNvPr name="TextBox 17" id="17"/>
          <p:cNvSpPr txBox="true"/>
          <p:nvPr/>
        </p:nvSpPr>
        <p:spPr>
          <a:xfrm rot="0">
            <a:off x="14836674" y="4015150"/>
            <a:ext cx="2422626" cy="273685"/>
          </a:xfrm>
          <a:prstGeom prst="rect">
            <a:avLst/>
          </a:prstGeom>
        </p:spPr>
        <p:txBody>
          <a:bodyPr anchor="t" rtlCol="false" tIns="0" lIns="0" bIns="0" rIns="0">
            <a:spAutoFit/>
          </a:bodyPr>
          <a:lstStyle/>
          <a:p>
            <a:pPr algn="l">
              <a:lnSpc>
                <a:spcPts val="2240"/>
              </a:lnSpc>
              <a:spcBef>
                <a:spcPct val="0"/>
              </a:spcBef>
            </a:pPr>
            <a:r>
              <a:rPr lang="en-US" sz="1600" spc="-64">
                <a:solidFill>
                  <a:srgbClr val="FFFFFF"/>
                </a:solidFill>
                <a:latin typeface="Helvetica World"/>
                <a:ea typeface="Helvetica World"/>
                <a:cs typeface="Helvetica World"/>
                <a:sym typeface="Helvetica World"/>
              </a:rPr>
              <a:t>Marketing Director</a:t>
            </a:r>
          </a:p>
        </p:txBody>
      </p:sp>
      <p:sp>
        <p:nvSpPr>
          <p:cNvPr name="TextBox 18" id="18"/>
          <p:cNvSpPr txBox="true"/>
          <p:nvPr/>
        </p:nvSpPr>
        <p:spPr>
          <a:xfrm rot="0">
            <a:off x="11747445" y="7459345"/>
            <a:ext cx="5511855" cy="179895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Lorem ipsum odor amet, consectetuer adipiscing elit. Tempus rutrum dictum lectus sagittis ridiculus nisi. Rutrum risus habitant praesent; viverra convallis inceptos a. Ac ultricies in sapien dolor fringilla suspendisse. Fames consectetur bibendum dolor tortor risus sem odio eget finibus. Habitasse gravida erat nam maximus eros sollicitudin gravida imperdiet. Congue porta consectetur efficitur rutrum dictumst.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2587796" y="1028700"/>
            <a:ext cx="4671504" cy="5231150"/>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grpSp>
        <p:nvGrpSpPr>
          <p:cNvPr name="Group 5" id="5"/>
          <p:cNvGrpSpPr/>
          <p:nvPr/>
        </p:nvGrpSpPr>
        <p:grpSpPr>
          <a:xfrm rot="0">
            <a:off x="7684510" y="4027150"/>
            <a:ext cx="4671504" cy="5231150"/>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19987" t="0" r="-19987" b="0"/>
              </a:stretch>
            </a:blipFill>
          </p:spPr>
        </p:sp>
      </p:grpSp>
      <p:sp>
        <p:nvSpPr>
          <p:cNvPr name="Freeform 7" id="7"/>
          <p:cNvSpPr/>
          <p:nvPr/>
        </p:nvSpPr>
        <p:spPr>
          <a:xfrm flipH="false" flipV="true" rot="0">
            <a:off x="14011825" y="8773668"/>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3197527"/>
            <a:ext cx="6424029" cy="3249742"/>
          </a:xfrm>
          <a:prstGeom prst="rect">
            <a:avLst/>
          </a:prstGeom>
        </p:spPr>
        <p:txBody>
          <a:bodyPr anchor="t" rtlCol="false" tIns="0" lIns="0" bIns="0" rIns="0">
            <a:spAutoFit/>
          </a:bodyPr>
          <a:lstStyle/>
          <a:p>
            <a:pPr algn="l">
              <a:lnSpc>
                <a:spcPts val="12294"/>
              </a:lnSpc>
            </a:pPr>
            <a:r>
              <a:rPr lang="en-US" sz="14131" spc="-692">
                <a:solidFill>
                  <a:srgbClr val="38B6FF"/>
                </a:solidFill>
                <a:latin typeface="Norwester"/>
                <a:ea typeface="Norwester"/>
                <a:cs typeface="Norwester"/>
                <a:sym typeface="Norwester"/>
              </a:rPr>
              <a:t>GET IN TOUCH</a:t>
            </a:r>
          </a:p>
        </p:txBody>
      </p:sp>
      <p:sp>
        <p:nvSpPr>
          <p:cNvPr name="TextBox 9" id="9"/>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LARANA, INC.</a:t>
            </a:r>
          </a:p>
        </p:txBody>
      </p:sp>
      <p:sp>
        <p:nvSpPr>
          <p:cNvPr name="TextBox 10" id="10"/>
          <p:cNvSpPr txBox="true"/>
          <p:nvPr/>
        </p:nvSpPr>
        <p:spPr>
          <a:xfrm rot="0">
            <a:off x="1053246" y="7561275"/>
            <a:ext cx="3502966"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+123-456-7890</a:t>
            </a:r>
          </a:p>
        </p:txBody>
      </p:sp>
      <p:sp>
        <p:nvSpPr>
          <p:cNvPr name="TextBox 11" id="11"/>
          <p:cNvSpPr txBox="true"/>
          <p:nvPr/>
        </p:nvSpPr>
        <p:spPr>
          <a:xfrm rot="0">
            <a:off x="1040973" y="8146161"/>
            <a:ext cx="493943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WWW.REALLYGREATSITE.COM</a:t>
            </a:r>
          </a:p>
        </p:txBody>
      </p:sp>
      <p:sp>
        <p:nvSpPr>
          <p:cNvPr name="TextBox 12" id="12"/>
          <p:cNvSpPr txBox="true"/>
          <p:nvPr/>
        </p:nvSpPr>
        <p:spPr>
          <a:xfrm rot="0">
            <a:off x="1040973" y="8735568"/>
            <a:ext cx="493943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HELLO@REALLYGREATSITE.COM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5921917" y="8100856"/>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0800000">
            <a:off x="1028700" y="808153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0800000">
            <a:off x="16996033" y="1028700"/>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10800000">
            <a:off x="1028700" y="1028700"/>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35963" y="3447612"/>
            <a:ext cx="12616074" cy="3163176"/>
          </a:xfrm>
          <a:prstGeom prst="rect">
            <a:avLst/>
          </a:prstGeom>
        </p:spPr>
        <p:txBody>
          <a:bodyPr anchor="t" rtlCol="false" tIns="0" lIns="0" bIns="0" rIns="0">
            <a:spAutoFit/>
          </a:bodyPr>
          <a:lstStyle/>
          <a:p>
            <a:pPr algn="ctr">
              <a:lnSpc>
                <a:spcPts val="25590"/>
              </a:lnSpc>
            </a:pPr>
            <a:r>
              <a:rPr lang="en-US" sz="19386" spc="-949">
                <a:solidFill>
                  <a:srgbClr val="38B6FF"/>
                </a:solidFill>
                <a:latin typeface="Norwester"/>
                <a:ea typeface="Norwester"/>
                <a:cs typeface="Norwester"/>
                <a:sym typeface="Norwester"/>
              </a:rPr>
              <a:t>THANK YOU</a:t>
            </a:r>
          </a:p>
        </p:txBody>
      </p:sp>
      <p:sp>
        <p:nvSpPr>
          <p:cNvPr name="TextBox 10" id="10"/>
          <p:cNvSpPr txBox="true"/>
          <p:nvPr/>
        </p:nvSpPr>
        <p:spPr>
          <a:xfrm rot="0">
            <a:off x="8246505" y="1415805"/>
            <a:ext cx="1794990" cy="383769"/>
          </a:xfrm>
          <a:prstGeom prst="rect">
            <a:avLst/>
          </a:prstGeom>
        </p:spPr>
        <p:txBody>
          <a:bodyPr anchor="t" rtlCol="false" tIns="0" lIns="0" bIns="0" rIns="0">
            <a:spAutoFit/>
          </a:bodyPr>
          <a:lstStyle/>
          <a:p>
            <a:pPr algn="ctr">
              <a:lnSpc>
                <a:spcPts val="3014"/>
              </a:lnSpc>
            </a:pPr>
            <a:r>
              <a:rPr lang="en-US" sz="2283" spc="-111">
                <a:solidFill>
                  <a:srgbClr val="FFFFFF"/>
                </a:solidFill>
                <a:latin typeface="Norwester"/>
                <a:ea typeface="Norwester"/>
                <a:cs typeface="Norwester"/>
                <a:sym typeface="Norwester"/>
              </a:rPr>
              <a:t>LARANA, INC.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DAGr5z8PY98</dc:identifier>
  <dcterms:modified xsi:type="dcterms:W3CDTF">2011-08-01T06:04:30Z</dcterms:modified>
  <cp:revision>1</cp:revision>
  <dc:title>Blue and Black Modern Technology Presentation</dc:title>
</cp:coreProperties>
</file>